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2"/>
  </p:notesMasterIdLst>
  <p:sldIdLst>
    <p:sldId id="3453" r:id="rId6"/>
    <p:sldId id="3520" r:id="rId7"/>
    <p:sldId id="3524" r:id="rId8"/>
    <p:sldId id="3526" r:id="rId9"/>
    <p:sldId id="3527" r:id="rId10"/>
    <p:sldId id="352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  <a:srgbClr val="B22222"/>
    <a:srgbClr val="F37021"/>
    <a:srgbClr val="004890"/>
    <a:srgbClr val="B7CEF7"/>
    <a:srgbClr val="007DFA"/>
    <a:srgbClr val="1188FF"/>
    <a:srgbClr val="3F73A8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2E8240-0666-4AFB-9874-006E438CE2C2}" v="15" dt="2025-11-15T09:24:01.9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 autoAdjust="0"/>
    <p:restoredTop sz="94606" autoAdjust="0"/>
  </p:normalViewPr>
  <p:slideViewPr>
    <p:cSldViewPr snapToGrid="0">
      <p:cViewPr varScale="1">
        <p:scale>
          <a:sx n="103" d="100"/>
          <a:sy n="103" d="100"/>
        </p:scale>
        <p:origin x="784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iter, Tristan Kilian" userId="aff616bd-4ba4-4d5a-a6ae-24fbc901fafd" providerId="ADAL" clId="{DB9405EF-6051-4C31-A130-6244AED7936C}"/>
    <pc:docChg chg="modSld">
      <pc:chgData name="Leiter, Tristan Kilian" userId="aff616bd-4ba4-4d5a-a6ae-24fbc901fafd" providerId="ADAL" clId="{DB9405EF-6051-4C31-A130-6244AED7936C}" dt="2025-05-30T11:24:07.152" v="19" actId="20577"/>
      <pc:docMkLst>
        <pc:docMk/>
      </pc:docMkLst>
      <pc:sldChg chg="modSp mod">
        <pc:chgData name="Leiter, Tristan Kilian" userId="aff616bd-4ba4-4d5a-a6ae-24fbc901fafd" providerId="ADAL" clId="{DB9405EF-6051-4C31-A130-6244AED7936C}" dt="2025-05-30T11:20:30.281" v="2" actId="20577"/>
        <pc:sldMkLst>
          <pc:docMk/>
          <pc:sldMk cId="351932028" sldId="3506"/>
        </pc:sldMkLst>
      </pc:sldChg>
      <pc:sldChg chg="modSp mod">
        <pc:chgData name="Leiter, Tristan Kilian" userId="aff616bd-4ba4-4d5a-a6ae-24fbc901fafd" providerId="ADAL" clId="{DB9405EF-6051-4C31-A130-6244AED7936C}" dt="2025-05-30T11:24:07.152" v="19" actId="20577"/>
        <pc:sldMkLst>
          <pc:docMk/>
          <pc:sldMk cId="640855340" sldId="3516"/>
        </pc:sldMkLst>
      </pc:sldChg>
      <pc:sldChg chg="modSp mod">
        <pc:chgData name="Leiter, Tristan Kilian" userId="aff616bd-4ba4-4d5a-a6ae-24fbc901fafd" providerId="ADAL" clId="{DB9405EF-6051-4C31-A130-6244AED7936C}" dt="2025-05-30T11:19:41.502" v="0" actId="20577"/>
        <pc:sldMkLst>
          <pc:docMk/>
          <pc:sldMk cId="1549508403" sldId="3517"/>
        </pc:sldMkLst>
      </pc:sldChg>
      <pc:sldChg chg="modSp mod">
        <pc:chgData name="Leiter, Tristan Kilian" userId="aff616bd-4ba4-4d5a-a6ae-24fbc901fafd" providerId="ADAL" clId="{DB9405EF-6051-4C31-A130-6244AED7936C}" dt="2025-05-30T11:22:56.759" v="17" actId="20577"/>
        <pc:sldMkLst>
          <pc:docMk/>
          <pc:sldMk cId="2591337457" sldId="3518"/>
        </pc:sldMkLst>
      </pc:sldChg>
    </pc:docChg>
  </pc:docChgLst>
  <pc:docChgLst>
    <pc:chgData name="Leiter, Tristan Kilian" userId="aff616bd-4ba4-4d5a-a6ae-24fbc901fafd" providerId="ADAL" clId="{D292643D-2054-4A69-9325-26675E8D7072}"/>
    <pc:docChg chg="undo custSel addSld delSld modSld sldOrd modMainMaster">
      <pc:chgData name="Leiter, Tristan Kilian" userId="aff616bd-4ba4-4d5a-a6ae-24fbc901fafd" providerId="ADAL" clId="{D292643D-2054-4A69-9325-26675E8D7072}" dt="2025-11-16T18:06:42.887" v="356" actId="20577"/>
      <pc:docMkLst>
        <pc:docMk/>
      </pc:docMkLst>
      <pc:sldChg chg="modSp mod">
        <pc:chgData name="Leiter, Tristan Kilian" userId="aff616bd-4ba4-4d5a-a6ae-24fbc901fafd" providerId="ADAL" clId="{D292643D-2054-4A69-9325-26675E8D7072}" dt="2025-11-15T09:29:58.636" v="348" actId="20577"/>
        <pc:sldMkLst>
          <pc:docMk/>
          <pc:sldMk cId="2833485298" sldId="3520"/>
        </pc:sldMkLst>
        <pc:spChg chg="mod">
          <ac:chgData name="Leiter, Tristan Kilian" userId="aff616bd-4ba4-4d5a-a6ae-24fbc901fafd" providerId="ADAL" clId="{D292643D-2054-4A69-9325-26675E8D7072}" dt="2025-11-15T09:28:32.293" v="334" actId="20577"/>
          <ac:spMkLst>
            <pc:docMk/>
            <pc:sldMk cId="2833485298" sldId="3520"/>
            <ac:spMk id="3" creationId="{E5A7A13B-76B1-BE2C-C523-499A061BF391}"/>
          </ac:spMkLst>
        </pc:spChg>
        <pc:spChg chg="mod">
          <ac:chgData name="Leiter, Tristan Kilian" userId="aff616bd-4ba4-4d5a-a6ae-24fbc901fafd" providerId="ADAL" clId="{D292643D-2054-4A69-9325-26675E8D7072}" dt="2025-11-15T09:28:54.667" v="338" actId="20577"/>
          <ac:spMkLst>
            <pc:docMk/>
            <pc:sldMk cId="2833485298" sldId="3520"/>
            <ac:spMk id="5" creationId="{6A9CFDA5-2AB4-CCF5-2A98-0A4BBC6760FA}"/>
          </ac:spMkLst>
        </pc:spChg>
        <pc:spChg chg="mod">
          <ac:chgData name="Leiter, Tristan Kilian" userId="aff616bd-4ba4-4d5a-a6ae-24fbc901fafd" providerId="ADAL" clId="{D292643D-2054-4A69-9325-26675E8D7072}" dt="2025-11-15T09:29:58.636" v="348" actId="20577"/>
          <ac:spMkLst>
            <pc:docMk/>
            <pc:sldMk cId="2833485298" sldId="3520"/>
            <ac:spMk id="12" creationId="{897D8B92-838B-E68B-7CA6-69CCC63DED67}"/>
          </ac:spMkLst>
        </pc:spChg>
      </pc:sldChg>
      <pc:sldChg chg="del">
        <pc:chgData name="Leiter, Tristan Kilian" userId="aff616bd-4ba4-4d5a-a6ae-24fbc901fafd" providerId="ADAL" clId="{D292643D-2054-4A69-9325-26675E8D7072}" dt="2025-11-15T09:12:09.668" v="31" actId="47"/>
        <pc:sldMkLst>
          <pc:docMk/>
          <pc:sldMk cId="1153505216" sldId="3522"/>
        </pc:sldMkLst>
      </pc:sldChg>
      <pc:sldChg chg="modSp del mod">
        <pc:chgData name="Leiter, Tristan Kilian" userId="aff616bd-4ba4-4d5a-a6ae-24fbc901fafd" providerId="ADAL" clId="{D292643D-2054-4A69-9325-26675E8D7072}" dt="2025-11-15T09:12:11.609" v="32" actId="47"/>
        <pc:sldMkLst>
          <pc:docMk/>
          <pc:sldMk cId="3010447992" sldId="3523"/>
        </pc:sldMkLst>
        <pc:spChg chg="mod">
          <ac:chgData name="Leiter, Tristan Kilian" userId="aff616bd-4ba4-4d5a-a6ae-24fbc901fafd" providerId="ADAL" clId="{D292643D-2054-4A69-9325-26675E8D7072}" dt="2025-11-15T09:10:20.957" v="17" actId="14100"/>
          <ac:spMkLst>
            <pc:docMk/>
            <pc:sldMk cId="3010447992" sldId="3523"/>
            <ac:spMk id="20" creationId="{0ED8088B-9925-10C1-2A84-67C3E252425B}"/>
          </ac:spMkLst>
        </pc:spChg>
        <pc:graphicFrameChg chg="modGraphic">
          <ac:chgData name="Leiter, Tristan Kilian" userId="aff616bd-4ba4-4d5a-a6ae-24fbc901fafd" providerId="ADAL" clId="{D292643D-2054-4A69-9325-26675E8D7072}" dt="2025-11-15T09:09:29.523" v="14" actId="20577"/>
          <ac:graphicFrameMkLst>
            <pc:docMk/>
            <pc:sldMk cId="3010447992" sldId="3523"/>
            <ac:graphicFrameMk id="37" creationId="{3A9DF538-8DB5-68BF-8145-43AF0D714F8F}"/>
          </ac:graphicFrameMkLst>
        </pc:graphicFrameChg>
      </pc:sldChg>
      <pc:sldChg chg="addSp delSp modSp new mod">
        <pc:chgData name="Leiter, Tristan Kilian" userId="aff616bd-4ba4-4d5a-a6ae-24fbc901fafd" providerId="ADAL" clId="{D292643D-2054-4A69-9325-26675E8D7072}" dt="2025-11-15T09:11:11.332" v="24" actId="108"/>
        <pc:sldMkLst>
          <pc:docMk/>
          <pc:sldMk cId="650636857" sldId="3527"/>
        </pc:sldMkLst>
        <pc:spChg chg="del mod">
          <ac:chgData name="Leiter, Tristan Kilian" userId="aff616bd-4ba4-4d5a-a6ae-24fbc901fafd" providerId="ADAL" clId="{D292643D-2054-4A69-9325-26675E8D7072}" dt="2025-11-15T09:10:49.697" v="21" actId="478"/>
          <ac:spMkLst>
            <pc:docMk/>
            <pc:sldMk cId="650636857" sldId="3527"/>
            <ac:spMk id="2" creationId="{20CEEE28-3D2B-362A-40B3-925198C0EEC4}"/>
          </ac:spMkLst>
        </pc:spChg>
        <pc:spChg chg="del">
          <ac:chgData name="Leiter, Tristan Kilian" userId="aff616bd-4ba4-4d5a-a6ae-24fbc901fafd" providerId="ADAL" clId="{D292643D-2054-4A69-9325-26675E8D7072}" dt="2025-11-15T09:10:48.067" v="20" actId="478"/>
          <ac:spMkLst>
            <pc:docMk/>
            <pc:sldMk cId="650636857" sldId="3527"/>
            <ac:spMk id="3" creationId="{0A2AB1EF-C5D3-7C23-38A0-1DB32522BCC2}"/>
          </ac:spMkLst>
        </pc:spChg>
        <pc:spChg chg="add mod">
          <ac:chgData name="Leiter, Tristan Kilian" userId="aff616bd-4ba4-4d5a-a6ae-24fbc901fafd" providerId="ADAL" clId="{D292643D-2054-4A69-9325-26675E8D7072}" dt="2025-11-15T09:11:11.332" v="24" actId="108"/>
          <ac:spMkLst>
            <pc:docMk/>
            <pc:sldMk cId="650636857" sldId="3527"/>
            <ac:spMk id="4" creationId="{70403275-384B-7712-FC4B-E6EC0BB4FA60}"/>
          </ac:spMkLst>
        </pc:spChg>
        <pc:spChg chg="add mod">
          <ac:chgData name="Leiter, Tristan Kilian" userId="aff616bd-4ba4-4d5a-a6ae-24fbc901fafd" providerId="ADAL" clId="{D292643D-2054-4A69-9325-26675E8D7072}" dt="2025-11-15T09:10:50.867" v="22"/>
          <ac:spMkLst>
            <pc:docMk/>
            <pc:sldMk cId="650636857" sldId="3527"/>
            <ac:spMk id="11" creationId="{57357FA9-B5FD-E99C-B960-7C97DEE9F23C}"/>
          </ac:spMkLst>
        </pc:spChg>
        <pc:spChg chg="add mod">
          <ac:chgData name="Leiter, Tristan Kilian" userId="aff616bd-4ba4-4d5a-a6ae-24fbc901fafd" providerId="ADAL" clId="{D292643D-2054-4A69-9325-26675E8D7072}" dt="2025-11-15T09:10:50.867" v="22"/>
          <ac:spMkLst>
            <pc:docMk/>
            <pc:sldMk cId="650636857" sldId="3527"/>
            <ac:spMk id="12" creationId="{40C39389-CD64-BD1F-D9BB-BA38A66829E3}"/>
          </ac:spMkLst>
        </pc:spChg>
        <pc:spChg chg="add mod">
          <ac:chgData name="Leiter, Tristan Kilian" userId="aff616bd-4ba4-4d5a-a6ae-24fbc901fafd" providerId="ADAL" clId="{D292643D-2054-4A69-9325-26675E8D7072}" dt="2025-11-15T09:10:50.867" v="22"/>
          <ac:spMkLst>
            <pc:docMk/>
            <pc:sldMk cId="650636857" sldId="3527"/>
            <ac:spMk id="13" creationId="{21C0D6C2-AB55-F1D9-20E4-D74D5837EFF1}"/>
          </ac:spMkLst>
        </pc:spChg>
        <pc:spChg chg="add mod">
          <ac:chgData name="Leiter, Tristan Kilian" userId="aff616bd-4ba4-4d5a-a6ae-24fbc901fafd" providerId="ADAL" clId="{D292643D-2054-4A69-9325-26675E8D7072}" dt="2025-11-15T09:10:50.867" v="22"/>
          <ac:spMkLst>
            <pc:docMk/>
            <pc:sldMk cId="650636857" sldId="3527"/>
            <ac:spMk id="15" creationId="{DEDB3914-EEB4-404A-75A2-B5881B766335}"/>
          </ac:spMkLst>
        </pc:spChg>
        <pc:spChg chg="add mod">
          <ac:chgData name="Leiter, Tristan Kilian" userId="aff616bd-4ba4-4d5a-a6ae-24fbc901fafd" providerId="ADAL" clId="{D292643D-2054-4A69-9325-26675E8D7072}" dt="2025-11-15T09:10:50.867" v="22"/>
          <ac:spMkLst>
            <pc:docMk/>
            <pc:sldMk cId="650636857" sldId="3527"/>
            <ac:spMk id="19" creationId="{DBA0B13C-C77E-70BE-743B-4F283F7AB581}"/>
          </ac:spMkLst>
        </pc:spChg>
        <pc:spChg chg="add mod">
          <ac:chgData name="Leiter, Tristan Kilian" userId="aff616bd-4ba4-4d5a-a6ae-24fbc901fafd" providerId="ADAL" clId="{D292643D-2054-4A69-9325-26675E8D7072}" dt="2025-11-15T09:10:50.867" v="22"/>
          <ac:spMkLst>
            <pc:docMk/>
            <pc:sldMk cId="650636857" sldId="3527"/>
            <ac:spMk id="20" creationId="{CD067988-65F9-9A04-E0C1-B24B562901ED}"/>
          </ac:spMkLst>
        </pc:spChg>
        <pc:spChg chg="add mod">
          <ac:chgData name="Leiter, Tristan Kilian" userId="aff616bd-4ba4-4d5a-a6ae-24fbc901fafd" providerId="ADAL" clId="{D292643D-2054-4A69-9325-26675E8D7072}" dt="2025-11-15T09:10:50.867" v="22"/>
          <ac:spMkLst>
            <pc:docMk/>
            <pc:sldMk cId="650636857" sldId="3527"/>
            <ac:spMk id="22" creationId="{31230205-32A7-18EE-C00E-4DCA533AA1C1}"/>
          </ac:spMkLst>
        </pc:spChg>
        <pc:spChg chg="add mod">
          <ac:chgData name="Leiter, Tristan Kilian" userId="aff616bd-4ba4-4d5a-a6ae-24fbc901fafd" providerId="ADAL" clId="{D292643D-2054-4A69-9325-26675E8D7072}" dt="2025-11-15T09:10:50.867" v="22"/>
          <ac:spMkLst>
            <pc:docMk/>
            <pc:sldMk cId="650636857" sldId="3527"/>
            <ac:spMk id="23" creationId="{9FA979E6-5858-163C-FF60-CF6B06793A40}"/>
          </ac:spMkLst>
        </pc:spChg>
        <pc:spChg chg="mod">
          <ac:chgData name="Leiter, Tristan Kilian" userId="aff616bd-4ba4-4d5a-a6ae-24fbc901fafd" providerId="ADAL" clId="{D292643D-2054-4A69-9325-26675E8D7072}" dt="2025-11-15T09:10:50.867" v="22"/>
          <ac:spMkLst>
            <pc:docMk/>
            <pc:sldMk cId="650636857" sldId="3527"/>
            <ac:spMk id="27" creationId="{356F8EE4-313E-C6BE-984A-B57E2008C617}"/>
          </ac:spMkLst>
        </pc:spChg>
        <pc:spChg chg="add mod">
          <ac:chgData name="Leiter, Tristan Kilian" userId="aff616bd-4ba4-4d5a-a6ae-24fbc901fafd" providerId="ADAL" clId="{D292643D-2054-4A69-9325-26675E8D7072}" dt="2025-11-15T09:10:58.852" v="23"/>
          <ac:spMkLst>
            <pc:docMk/>
            <pc:sldMk cId="650636857" sldId="3527"/>
            <ac:spMk id="34" creationId="{F6B384A6-4B33-8BB1-8DF4-B4009D7694FD}"/>
          </ac:spMkLst>
        </pc:spChg>
      </pc:sldChg>
      <pc:sldChg chg="addSp delSp modSp new mod ord">
        <pc:chgData name="Leiter, Tristan Kilian" userId="aff616bd-4ba4-4d5a-a6ae-24fbc901fafd" providerId="ADAL" clId="{D292643D-2054-4A69-9325-26675E8D7072}" dt="2025-11-16T18:06:42.887" v="356" actId="20577"/>
        <pc:sldMkLst>
          <pc:docMk/>
          <pc:sldMk cId="2829971601" sldId="3528"/>
        </pc:sldMkLst>
        <pc:spChg chg="del">
          <ac:chgData name="Leiter, Tristan Kilian" userId="aff616bd-4ba4-4d5a-a6ae-24fbc901fafd" providerId="ADAL" clId="{D292643D-2054-4A69-9325-26675E8D7072}" dt="2025-11-15T09:11:25.211" v="27" actId="478"/>
          <ac:spMkLst>
            <pc:docMk/>
            <pc:sldMk cId="2829971601" sldId="3528"/>
            <ac:spMk id="2" creationId="{505D131F-45FC-4A67-6565-080778A8BAFF}"/>
          </ac:spMkLst>
        </pc:spChg>
        <pc:spChg chg="del">
          <ac:chgData name="Leiter, Tristan Kilian" userId="aff616bd-4ba4-4d5a-a6ae-24fbc901fafd" providerId="ADAL" clId="{D292643D-2054-4A69-9325-26675E8D7072}" dt="2025-11-15T09:11:24.392" v="26" actId="478"/>
          <ac:spMkLst>
            <pc:docMk/>
            <pc:sldMk cId="2829971601" sldId="3528"/>
            <ac:spMk id="3" creationId="{308130F3-4F80-3B46-9092-7A1D6F4B9C18}"/>
          </ac:spMkLst>
        </pc:spChg>
        <pc:spChg chg="mod">
          <ac:chgData name="Leiter, Tristan Kilian" userId="aff616bd-4ba4-4d5a-a6ae-24fbc901fafd" providerId="ADAL" clId="{D292643D-2054-4A69-9325-26675E8D7072}" dt="2025-11-15T09:11:31.960" v="28"/>
          <ac:spMkLst>
            <pc:docMk/>
            <pc:sldMk cId="2829971601" sldId="3528"/>
            <ac:spMk id="6" creationId="{C1497E0E-EE8E-8090-7CA4-88779FCBCAAA}"/>
          </ac:spMkLst>
        </pc:spChg>
        <pc:spChg chg="mod">
          <ac:chgData name="Leiter, Tristan Kilian" userId="aff616bd-4ba4-4d5a-a6ae-24fbc901fafd" providerId="ADAL" clId="{D292643D-2054-4A69-9325-26675E8D7072}" dt="2025-11-15T09:11:31.960" v="28"/>
          <ac:spMkLst>
            <pc:docMk/>
            <pc:sldMk cId="2829971601" sldId="3528"/>
            <ac:spMk id="7" creationId="{59E2269F-EF8C-8EB9-ED03-D05EB4BBF172}"/>
          </ac:spMkLst>
        </pc:spChg>
        <pc:spChg chg="add mod">
          <ac:chgData name="Leiter, Tristan Kilian" userId="aff616bd-4ba4-4d5a-a6ae-24fbc901fafd" providerId="ADAL" clId="{D292643D-2054-4A69-9325-26675E8D7072}" dt="2025-11-15T09:11:31.960" v="28"/>
          <ac:spMkLst>
            <pc:docMk/>
            <pc:sldMk cId="2829971601" sldId="3528"/>
            <ac:spMk id="8" creationId="{01664390-3ECF-89CC-0EBC-B540201CEFC5}"/>
          </ac:spMkLst>
        </pc:spChg>
        <pc:spChg chg="add mod">
          <ac:chgData name="Leiter, Tristan Kilian" userId="aff616bd-4ba4-4d5a-a6ae-24fbc901fafd" providerId="ADAL" clId="{D292643D-2054-4A69-9325-26675E8D7072}" dt="2025-11-15T09:11:31.960" v="28"/>
          <ac:spMkLst>
            <pc:docMk/>
            <pc:sldMk cId="2829971601" sldId="3528"/>
            <ac:spMk id="9" creationId="{F1E700E7-B787-6717-ED5B-7AD19D8D2EEA}"/>
          </ac:spMkLst>
        </pc:spChg>
        <pc:spChg chg="add mod">
          <ac:chgData name="Leiter, Tristan Kilian" userId="aff616bd-4ba4-4d5a-a6ae-24fbc901fafd" providerId="ADAL" clId="{D292643D-2054-4A69-9325-26675E8D7072}" dt="2025-11-15T09:11:31.960" v="28"/>
          <ac:spMkLst>
            <pc:docMk/>
            <pc:sldMk cId="2829971601" sldId="3528"/>
            <ac:spMk id="11" creationId="{5A82DBF6-1593-0241-892D-8127810D0EBA}"/>
          </ac:spMkLst>
        </pc:spChg>
        <pc:spChg chg="mod">
          <ac:chgData name="Leiter, Tristan Kilian" userId="aff616bd-4ba4-4d5a-a6ae-24fbc901fafd" providerId="ADAL" clId="{D292643D-2054-4A69-9325-26675E8D7072}" dt="2025-11-15T09:11:31.960" v="28"/>
          <ac:spMkLst>
            <pc:docMk/>
            <pc:sldMk cId="2829971601" sldId="3528"/>
            <ac:spMk id="15" creationId="{E08E1D2D-239A-05A3-8F63-90C7A25A1E19}"/>
          </ac:spMkLst>
        </pc:spChg>
        <pc:spChg chg="mod">
          <ac:chgData name="Leiter, Tristan Kilian" userId="aff616bd-4ba4-4d5a-a6ae-24fbc901fafd" providerId="ADAL" clId="{D292643D-2054-4A69-9325-26675E8D7072}" dt="2025-11-15T09:11:31.960" v="28"/>
          <ac:spMkLst>
            <pc:docMk/>
            <pc:sldMk cId="2829971601" sldId="3528"/>
            <ac:spMk id="16" creationId="{B6F725E8-94AA-246C-FBCA-45A2C3998ED1}"/>
          </ac:spMkLst>
        </pc:spChg>
        <pc:spChg chg="add mod">
          <ac:chgData name="Leiter, Tristan Kilian" userId="aff616bd-4ba4-4d5a-a6ae-24fbc901fafd" providerId="ADAL" clId="{D292643D-2054-4A69-9325-26675E8D7072}" dt="2025-11-15T09:11:31.960" v="28"/>
          <ac:spMkLst>
            <pc:docMk/>
            <pc:sldMk cId="2829971601" sldId="3528"/>
            <ac:spMk id="18" creationId="{4830B9C0-79FA-29C5-BC1C-FDBDF9ACC542}"/>
          </ac:spMkLst>
        </pc:spChg>
        <pc:spChg chg="add mod">
          <ac:chgData name="Leiter, Tristan Kilian" userId="aff616bd-4ba4-4d5a-a6ae-24fbc901fafd" providerId="ADAL" clId="{D292643D-2054-4A69-9325-26675E8D7072}" dt="2025-11-16T18:06:20.494" v="350" actId="20577"/>
          <ac:spMkLst>
            <pc:docMk/>
            <pc:sldMk cId="2829971601" sldId="3528"/>
            <ac:spMk id="20" creationId="{8C0FE5D4-CA90-D471-4EA8-2AC571FDD99F}"/>
          </ac:spMkLst>
        </pc:spChg>
        <pc:spChg chg="add mod">
          <ac:chgData name="Leiter, Tristan Kilian" userId="aff616bd-4ba4-4d5a-a6ae-24fbc901fafd" providerId="ADAL" clId="{D292643D-2054-4A69-9325-26675E8D7072}" dt="2025-11-15T09:12:04.054" v="30" actId="108"/>
          <ac:spMkLst>
            <pc:docMk/>
            <pc:sldMk cId="2829971601" sldId="3528"/>
            <ac:spMk id="21" creationId="{AF2DA4CF-4545-537E-A813-375EB75766C8}"/>
          </ac:spMkLst>
        </pc:spChg>
        <pc:spChg chg="add mod">
          <ac:chgData name="Leiter, Tristan Kilian" userId="aff616bd-4ba4-4d5a-a6ae-24fbc901fafd" providerId="ADAL" clId="{D292643D-2054-4A69-9325-26675E8D7072}" dt="2025-11-15T09:11:58.141" v="29"/>
          <ac:spMkLst>
            <pc:docMk/>
            <pc:sldMk cId="2829971601" sldId="3528"/>
            <ac:spMk id="22" creationId="{6EA1BAFA-10B1-68EA-C32D-E1F82D4AA702}"/>
          </ac:spMkLst>
        </pc:spChg>
        <pc:graphicFrameChg chg="modGraphic">
          <ac:chgData name="Leiter, Tristan Kilian" userId="aff616bd-4ba4-4d5a-a6ae-24fbc901fafd" providerId="ADAL" clId="{D292643D-2054-4A69-9325-26675E8D7072}" dt="2025-11-16T18:06:42.887" v="356" actId="20577"/>
          <ac:graphicFrameMkLst>
            <pc:docMk/>
            <pc:sldMk cId="2829971601" sldId="3528"/>
            <ac:graphicFrameMk id="19" creationId="{74CBF795-EECB-12AE-928F-84093F99B95A}"/>
          </ac:graphicFrameMkLst>
        </pc:graphicFrameChg>
        <pc:picChg chg="add del">
          <ac:chgData name="Leiter, Tristan Kilian" userId="aff616bd-4ba4-4d5a-a6ae-24fbc901fafd" providerId="ADAL" clId="{D292643D-2054-4A69-9325-26675E8D7072}" dt="2025-11-15T09:16:42.861" v="34" actId="22"/>
          <ac:picMkLst>
            <pc:docMk/>
            <pc:sldMk cId="2829971601" sldId="3528"/>
            <ac:picMk id="24" creationId="{4521E350-B959-83F1-93C4-53F2C4E75BCF}"/>
          </ac:picMkLst>
        </pc:picChg>
      </pc:sldChg>
      <pc:sldChg chg="modSp add mod">
        <pc:chgData name="Leiter, Tristan Kilian" userId="aff616bd-4ba4-4d5a-a6ae-24fbc901fafd" providerId="ADAL" clId="{D292643D-2054-4A69-9325-26675E8D7072}" dt="2025-11-15T09:22:49.475" v="172" actId="20577"/>
        <pc:sldMkLst>
          <pc:docMk/>
          <pc:sldMk cId="903025654" sldId="3529"/>
        </pc:sldMkLst>
        <pc:spChg chg="mod">
          <ac:chgData name="Leiter, Tristan Kilian" userId="aff616bd-4ba4-4d5a-a6ae-24fbc901fafd" providerId="ADAL" clId="{D292643D-2054-4A69-9325-26675E8D7072}" dt="2025-11-15T09:22:09.425" v="158" actId="20577"/>
          <ac:spMkLst>
            <pc:docMk/>
            <pc:sldMk cId="903025654" sldId="3529"/>
            <ac:spMk id="18" creationId="{8AEDF5DA-BDFB-BDDC-EC36-F4607BC43AB3}"/>
          </ac:spMkLst>
        </pc:spChg>
        <pc:spChg chg="mod">
          <ac:chgData name="Leiter, Tristan Kilian" userId="aff616bd-4ba4-4d5a-a6ae-24fbc901fafd" providerId="ADAL" clId="{D292643D-2054-4A69-9325-26675E8D7072}" dt="2025-11-15T09:22:49.475" v="172" actId="20577"/>
          <ac:spMkLst>
            <pc:docMk/>
            <pc:sldMk cId="903025654" sldId="3529"/>
            <ac:spMk id="20" creationId="{F79BBFF8-8B61-B9CA-0087-8D570E27C8DF}"/>
          </ac:spMkLst>
        </pc:spChg>
        <pc:graphicFrameChg chg="mod modGraphic">
          <ac:chgData name="Leiter, Tristan Kilian" userId="aff616bd-4ba4-4d5a-a6ae-24fbc901fafd" providerId="ADAL" clId="{D292643D-2054-4A69-9325-26675E8D7072}" dt="2025-11-15T09:19:59.795" v="90" actId="20577"/>
          <ac:graphicFrameMkLst>
            <pc:docMk/>
            <pc:sldMk cId="903025654" sldId="3529"/>
            <ac:graphicFrameMk id="17" creationId="{E3892C0F-D82D-1A56-6C16-F5A3AC38FE93}"/>
          </ac:graphicFrameMkLst>
        </pc:graphicFrameChg>
        <pc:graphicFrameChg chg="mod modGraphic">
          <ac:chgData name="Leiter, Tristan Kilian" userId="aff616bd-4ba4-4d5a-a6ae-24fbc901fafd" providerId="ADAL" clId="{D292643D-2054-4A69-9325-26675E8D7072}" dt="2025-11-15T09:20:05.230" v="94" actId="20577"/>
          <ac:graphicFrameMkLst>
            <pc:docMk/>
            <pc:sldMk cId="903025654" sldId="3529"/>
            <ac:graphicFrameMk id="19" creationId="{5561D23F-529D-FA0C-2224-A1AE9F9AFF21}"/>
          </ac:graphicFrameMkLst>
        </pc:graphicFrameChg>
      </pc:sldChg>
      <pc:sldChg chg="addSp delSp modSp new mod">
        <pc:chgData name="Leiter, Tristan Kilian" userId="aff616bd-4ba4-4d5a-a6ae-24fbc901fafd" providerId="ADAL" clId="{D292643D-2054-4A69-9325-26675E8D7072}" dt="2025-11-15T09:26:18.358" v="322" actId="1076"/>
        <pc:sldMkLst>
          <pc:docMk/>
          <pc:sldMk cId="1864260454" sldId="3530"/>
        </pc:sldMkLst>
        <pc:spChg chg="mod">
          <ac:chgData name="Leiter, Tristan Kilian" userId="aff616bd-4ba4-4d5a-a6ae-24fbc901fafd" providerId="ADAL" clId="{D292643D-2054-4A69-9325-26675E8D7072}" dt="2025-11-15T09:25:16.169" v="248" actId="20577"/>
          <ac:spMkLst>
            <pc:docMk/>
            <pc:sldMk cId="1864260454" sldId="3530"/>
            <ac:spMk id="2" creationId="{6A05DE69-18C1-791E-1131-E6C0BAF97807}"/>
          </ac:spMkLst>
        </pc:spChg>
        <pc:picChg chg="add del mod">
          <ac:chgData name="Leiter, Tristan Kilian" userId="aff616bd-4ba4-4d5a-a6ae-24fbc901fafd" providerId="ADAL" clId="{D292643D-2054-4A69-9325-26675E8D7072}" dt="2025-11-15T09:24:03.718" v="179" actId="478"/>
          <ac:picMkLst>
            <pc:docMk/>
            <pc:sldMk cId="1864260454" sldId="3530"/>
            <ac:picMk id="4" creationId="{28E5310C-0283-5CD8-9AA7-DE211DC956CB}"/>
          </ac:picMkLst>
        </pc:picChg>
        <pc:picChg chg="add mod">
          <ac:chgData name="Leiter, Tristan Kilian" userId="aff616bd-4ba4-4d5a-a6ae-24fbc901fafd" providerId="ADAL" clId="{D292643D-2054-4A69-9325-26675E8D7072}" dt="2025-11-15T09:26:18.358" v="322" actId="1076"/>
          <ac:picMkLst>
            <pc:docMk/>
            <pc:sldMk cId="1864260454" sldId="3530"/>
            <ac:picMk id="6" creationId="{2BC72D2C-6ED1-2332-3F6C-7BC2A9758FFF}"/>
          </ac:picMkLst>
        </pc:picChg>
      </pc:sldChg>
      <pc:sldChg chg="modSp add mod">
        <pc:chgData name="Leiter, Tristan Kilian" userId="aff616bd-4ba4-4d5a-a6ae-24fbc901fafd" providerId="ADAL" clId="{D292643D-2054-4A69-9325-26675E8D7072}" dt="2025-11-15T09:26:25.742" v="324" actId="1076"/>
        <pc:sldMkLst>
          <pc:docMk/>
          <pc:sldMk cId="1520633062" sldId="3531"/>
        </pc:sldMkLst>
        <pc:spChg chg="mod">
          <ac:chgData name="Leiter, Tristan Kilian" userId="aff616bd-4ba4-4d5a-a6ae-24fbc901fafd" providerId="ADAL" clId="{D292643D-2054-4A69-9325-26675E8D7072}" dt="2025-11-15T09:25:46.002" v="317" actId="20577"/>
          <ac:spMkLst>
            <pc:docMk/>
            <pc:sldMk cId="1520633062" sldId="3531"/>
            <ac:spMk id="2" creationId="{20A3DBC4-8F2C-3778-ADF5-4F84FE60BA49}"/>
          </ac:spMkLst>
        </pc:spChg>
        <pc:picChg chg="mod">
          <ac:chgData name="Leiter, Tristan Kilian" userId="aff616bd-4ba4-4d5a-a6ae-24fbc901fafd" providerId="ADAL" clId="{D292643D-2054-4A69-9325-26675E8D7072}" dt="2025-11-15T09:26:25.742" v="324" actId="1076"/>
          <ac:picMkLst>
            <pc:docMk/>
            <pc:sldMk cId="1520633062" sldId="3531"/>
            <ac:picMk id="4" creationId="{6A2370F0-8F69-0687-6679-DDF7C7545F22}"/>
          </ac:picMkLst>
        </pc:picChg>
      </pc:sldChg>
      <pc:sldMasterChg chg="modSp modSldLayout">
        <pc:chgData name="Leiter, Tristan Kilian" userId="aff616bd-4ba4-4d5a-a6ae-24fbc901fafd" providerId="ADAL" clId="{D292643D-2054-4A69-9325-26675E8D7072}" dt="2025-11-14T19:35:16.208" v="2" actId="735"/>
        <pc:sldMasterMkLst>
          <pc:docMk/>
          <pc:sldMasterMk cId="725776032" sldId="2147483648"/>
        </pc:sldMasterMkLst>
        <pc:sldLayoutChg chg="modSp">
          <pc:chgData name="Leiter, Tristan Kilian" userId="aff616bd-4ba4-4d5a-a6ae-24fbc901fafd" providerId="ADAL" clId="{D292643D-2054-4A69-9325-26675E8D7072}" dt="2025-11-14T19:35:10.615" v="0" actId="735"/>
          <pc:sldLayoutMkLst>
            <pc:docMk/>
            <pc:sldMasterMk cId="725776032" sldId="2147483648"/>
            <pc:sldLayoutMk cId="3243504665" sldId="2147483655"/>
          </pc:sldLayoutMkLst>
        </pc:sldLayoutChg>
        <pc:sldLayoutChg chg="modSp">
          <pc:chgData name="Leiter, Tristan Kilian" userId="aff616bd-4ba4-4d5a-a6ae-24fbc901fafd" providerId="ADAL" clId="{D292643D-2054-4A69-9325-26675E8D7072}" dt="2025-11-14T19:35:12.434" v="1" actId="735"/>
          <pc:sldLayoutMkLst>
            <pc:docMk/>
            <pc:sldMasterMk cId="725776032" sldId="2147483648"/>
            <pc:sldLayoutMk cId="1776150982" sldId="2147483659"/>
          </pc:sldLayoutMkLst>
        </pc:sldLayoutChg>
      </pc:sldMasterChg>
    </pc:docChg>
  </pc:docChgLst>
  <pc:docChgLst>
    <pc:chgData name="Kindermann, Filip" userId="7529c165-3a94-4e7c-b4c5-3d6d6602473b" providerId="ADAL" clId="{2F882329-856F-4D90-A151-DDCB2CC6F749}"/>
    <pc:docChg chg="undo custSel addSld delSld modSld modMainMaster">
      <pc:chgData name="Kindermann, Filip" userId="7529c165-3a94-4e7c-b4c5-3d6d6602473b" providerId="ADAL" clId="{2F882329-856F-4D90-A151-DDCB2CC6F749}" dt="2025-11-15T16:26:16.432" v="4158" actId="47"/>
      <pc:docMkLst>
        <pc:docMk/>
      </pc:docMkLst>
      <pc:sldChg chg="addSp delSp modSp mod">
        <pc:chgData name="Kindermann, Filip" userId="7529c165-3a94-4e7c-b4c5-3d6d6602473b" providerId="ADAL" clId="{2F882329-856F-4D90-A151-DDCB2CC6F749}" dt="2025-11-13T14:35:05.648" v="411" actId="20577"/>
        <pc:sldMkLst>
          <pc:docMk/>
          <pc:sldMk cId="1672210218" sldId="3453"/>
        </pc:sldMkLst>
        <pc:spChg chg="mod">
          <ac:chgData name="Kindermann, Filip" userId="7529c165-3a94-4e7c-b4c5-3d6d6602473b" providerId="ADAL" clId="{2F882329-856F-4D90-A151-DDCB2CC6F749}" dt="2025-11-13T14:09:13.463" v="12" actId="14100"/>
          <ac:spMkLst>
            <pc:docMk/>
            <pc:sldMk cId="1672210218" sldId="3453"/>
            <ac:spMk id="3" creationId="{CA024204-94AF-6347-A915-53567D9CE7D8}"/>
          </ac:spMkLst>
        </pc:spChg>
        <pc:spChg chg="mod">
          <ac:chgData name="Kindermann, Filip" userId="7529c165-3a94-4e7c-b4c5-3d6d6602473b" providerId="ADAL" clId="{2F882329-856F-4D90-A151-DDCB2CC6F749}" dt="2025-11-13T14:09:14.036" v="13" actId="14100"/>
          <ac:spMkLst>
            <pc:docMk/>
            <pc:sldMk cId="1672210218" sldId="3453"/>
            <ac:spMk id="4" creationId="{F0DC8F19-0213-1E44-991F-A7C5AF1821E9}"/>
          </ac:spMkLst>
        </pc:spChg>
        <pc:spChg chg="mod">
          <ac:chgData name="Kindermann, Filip" userId="7529c165-3a94-4e7c-b4c5-3d6d6602473b" providerId="ADAL" clId="{2F882329-856F-4D90-A151-DDCB2CC6F749}" dt="2025-11-13T14:31:31.316" v="321" actId="2711"/>
          <ac:spMkLst>
            <pc:docMk/>
            <pc:sldMk cId="1672210218" sldId="3453"/>
            <ac:spMk id="6" creationId="{68C847F1-C061-9F8F-8957-8C370FCD826E}"/>
          </ac:spMkLst>
        </pc:spChg>
        <pc:spChg chg="mod">
          <ac:chgData name="Kindermann, Filip" userId="7529c165-3a94-4e7c-b4c5-3d6d6602473b" providerId="ADAL" clId="{2F882329-856F-4D90-A151-DDCB2CC6F749}" dt="2025-11-13T14:35:05.648" v="411" actId="20577"/>
          <ac:spMkLst>
            <pc:docMk/>
            <pc:sldMk cId="1672210218" sldId="3453"/>
            <ac:spMk id="23" creationId="{E75E8FBC-CB8F-F644-BD07-D00960F74B91}"/>
          </ac:spMkLst>
        </pc:spChg>
        <pc:picChg chg="add mod">
          <ac:chgData name="Kindermann, Filip" userId="7529c165-3a94-4e7c-b4c5-3d6d6602473b" providerId="ADAL" clId="{2F882329-856F-4D90-A151-DDCB2CC6F749}" dt="2025-11-13T14:22:11.442" v="278" actId="14826"/>
          <ac:picMkLst>
            <pc:docMk/>
            <pc:sldMk cId="1672210218" sldId="3453"/>
            <ac:picMk id="1028" creationId="{34896133-DCE8-AE14-1ED7-4A613559D9EE}"/>
          </ac:picMkLst>
        </pc:picChg>
      </pc:sldChg>
      <pc:sldChg chg="modSp del mod">
        <pc:chgData name="Kindermann, Filip" userId="7529c165-3a94-4e7c-b4c5-3d6d6602473b" providerId="ADAL" clId="{2F882329-856F-4D90-A151-DDCB2CC6F749}" dt="2025-11-13T14:10:58.787" v="39" actId="47"/>
        <pc:sldMkLst>
          <pc:docMk/>
          <pc:sldMk cId="1425541265" sldId="3500"/>
        </pc:sldMkLst>
      </pc:sldChg>
      <pc:sldChg chg="modSp del mod">
        <pc:chgData name="Kindermann, Filip" userId="7529c165-3a94-4e7c-b4c5-3d6d6602473b" providerId="ADAL" clId="{2F882329-856F-4D90-A151-DDCB2CC6F749}" dt="2025-11-13T14:10:58.787" v="39" actId="47"/>
        <pc:sldMkLst>
          <pc:docMk/>
          <pc:sldMk cId="1443544784" sldId="3502"/>
        </pc:sldMkLst>
      </pc:sldChg>
      <pc:sldChg chg="modSp del mod">
        <pc:chgData name="Kindermann, Filip" userId="7529c165-3a94-4e7c-b4c5-3d6d6602473b" providerId="ADAL" clId="{2F882329-856F-4D90-A151-DDCB2CC6F749}" dt="2025-11-13T14:10:58.787" v="39" actId="47"/>
        <pc:sldMkLst>
          <pc:docMk/>
          <pc:sldMk cId="351932028" sldId="3506"/>
        </pc:sldMkLst>
      </pc:sldChg>
      <pc:sldChg chg="modSp del mod">
        <pc:chgData name="Kindermann, Filip" userId="7529c165-3a94-4e7c-b4c5-3d6d6602473b" providerId="ADAL" clId="{2F882329-856F-4D90-A151-DDCB2CC6F749}" dt="2025-11-13T14:10:58.787" v="39" actId="47"/>
        <pc:sldMkLst>
          <pc:docMk/>
          <pc:sldMk cId="2405085911" sldId="3510"/>
        </pc:sldMkLst>
      </pc:sldChg>
      <pc:sldChg chg="modSp del mod">
        <pc:chgData name="Kindermann, Filip" userId="7529c165-3a94-4e7c-b4c5-3d6d6602473b" providerId="ADAL" clId="{2F882329-856F-4D90-A151-DDCB2CC6F749}" dt="2025-11-13T14:10:58.787" v="39" actId="47"/>
        <pc:sldMkLst>
          <pc:docMk/>
          <pc:sldMk cId="1688583701" sldId="3514"/>
        </pc:sldMkLst>
      </pc:sldChg>
      <pc:sldChg chg="modSp del mod">
        <pc:chgData name="Kindermann, Filip" userId="7529c165-3a94-4e7c-b4c5-3d6d6602473b" providerId="ADAL" clId="{2F882329-856F-4D90-A151-DDCB2CC6F749}" dt="2025-11-13T14:10:58.787" v="39" actId="47"/>
        <pc:sldMkLst>
          <pc:docMk/>
          <pc:sldMk cId="640855340" sldId="3516"/>
        </pc:sldMkLst>
      </pc:sldChg>
      <pc:sldChg chg="modSp del mod">
        <pc:chgData name="Kindermann, Filip" userId="7529c165-3a94-4e7c-b4c5-3d6d6602473b" providerId="ADAL" clId="{2F882329-856F-4D90-A151-DDCB2CC6F749}" dt="2025-11-13T14:10:58.787" v="39" actId="47"/>
        <pc:sldMkLst>
          <pc:docMk/>
          <pc:sldMk cId="1549508403" sldId="3517"/>
        </pc:sldMkLst>
      </pc:sldChg>
      <pc:sldChg chg="modSp del mod">
        <pc:chgData name="Kindermann, Filip" userId="7529c165-3a94-4e7c-b4c5-3d6d6602473b" providerId="ADAL" clId="{2F882329-856F-4D90-A151-DDCB2CC6F749}" dt="2025-11-13T14:10:58.787" v="39" actId="47"/>
        <pc:sldMkLst>
          <pc:docMk/>
          <pc:sldMk cId="2591337457" sldId="3518"/>
        </pc:sldMkLst>
      </pc:sldChg>
      <pc:sldChg chg="new del">
        <pc:chgData name="Kindermann, Filip" userId="7529c165-3a94-4e7c-b4c5-3d6d6602473b" providerId="ADAL" clId="{2F882329-856F-4D90-A151-DDCB2CC6F749}" dt="2025-11-13T14:10:39.816" v="38" actId="47"/>
        <pc:sldMkLst>
          <pc:docMk/>
          <pc:sldMk cId="2925411458" sldId="3519"/>
        </pc:sldMkLst>
      </pc:sldChg>
      <pc:sldChg chg="addSp delSp modSp new mod">
        <pc:chgData name="Kindermann, Filip" userId="7529c165-3a94-4e7c-b4c5-3d6d6602473b" providerId="ADAL" clId="{2F882329-856F-4D90-A151-DDCB2CC6F749}" dt="2025-11-14T16:55:42.939" v="3160" actId="207"/>
        <pc:sldMkLst>
          <pc:docMk/>
          <pc:sldMk cId="2833485298" sldId="3520"/>
        </pc:sldMkLst>
        <pc:spChg chg="mod">
          <ac:chgData name="Kindermann, Filip" userId="7529c165-3a94-4e7c-b4c5-3d6d6602473b" providerId="ADAL" clId="{2F882329-856F-4D90-A151-DDCB2CC6F749}" dt="2025-11-14T11:16:54.676" v="1944" actId="20577"/>
          <ac:spMkLst>
            <pc:docMk/>
            <pc:sldMk cId="2833485298" sldId="3520"/>
            <ac:spMk id="2" creationId="{74A288DF-1B44-253C-6C0B-B64C43450059}"/>
          </ac:spMkLst>
        </pc:spChg>
        <pc:spChg chg="mod">
          <ac:chgData name="Kindermann, Filip" userId="7529c165-3a94-4e7c-b4c5-3d6d6602473b" providerId="ADAL" clId="{2F882329-856F-4D90-A151-DDCB2CC6F749}" dt="2025-11-14T11:16:02.203" v="1927" actId="13926"/>
          <ac:spMkLst>
            <pc:docMk/>
            <pc:sldMk cId="2833485298" sldId="3520"/>
            <ac:spMk id="3" creationId="{E5A7A13B-76B1-BE2C-C523-499A061BF391}"/>
          </ac:spMkLst>
        </pc:spChg>
        <pc:spChg chg="add mod">
          <ac:chgData name="Kindermann, Filip" userId="7529c165-3a94-4e7c-b4c5-3d6d6602473b" providerId="ADAL" clId="{2F882329-856F-4D90-A151-DDCB2CC6F749}" dt="2025-11-14T10:53:37.742" v="1671" actId="1076"/>
          <ac:spMkLst>
            <pc:docMk/>
            <pc:sldMk cId="2833485298" sldId="3520"/>
            <ac:spMk id="4" creationId="{F69F482C-F132-A85C-AA14-1FDF6688CD20}"/>
          </ac:spMkLst>
        </pc:spChg>
        <pc:spChg chg="add mod">
          <ac:chgData name="Kindermann, Filip" userId="7529c165-3a94-4e7c-b4c5-3d6d6602473b" providerId="ADAL" clId="{2F882329-856F-4D90-A151-DDCB2CC6F749}" dt="2025-11-14T10:53:29.210" v="1670" actId="20577"/>
          <ac:spMkLst>
            <pc:docMk/>
            <pc:sldMk cId="2833485298" sldId="3520"/>
            <ac:spMk id="5" creationId="{6A9CFDA5-2AB4-CCF5-2A98-0A4BBC6760FA}"/>
          </ac:spMkLst>
        </pc:spChg>
        <pc:spChg chg="add mod">
          <ac:chgData name="Kindermann, Filip" userId="7529c165-3a94-4e7c-b4c5-3d6d6602473b" providerId="ADAL" clId="{2F882329-856F-4D90-A151-DDCB2CC6F749}" dt="2025-11-13T14:35:50.575" v="433" actId="2085"/>
          <ac:spMkLst>
            <pc:docMk/>
            <pc:sldMk cId="2833485298" sldId="3520"/>
            <ac:spMk id="7" creationId="{9FF57B60-3180-C269-A498-A91D5CC37F0F}"/>
          </ac:spMkLst>
        </pc:spChg>
        <pc:spChg chg="add del mod topLvl">
          <ac:chgData name="Kindermann, Filip" userId="7529c165-3a94-4e7c-b4c5-3d6d6602473b" providerId="ADAL" clId="{2F882329-856F-4D90-A151-DDCB2CC6F749}" dt="2025-11-14T11:17:26.610" v="1972" actId="21"/>
          <ac:spMkLst>
            <pc:docMk/>
            <pc:sldMk cId="2833485298" sldId="3520"/>
            <ac:spMk id="10" creationId="{33EEB90D-6FF7-2AA0-CAF0-8DDD39B8AC23}"/>
          </ac:spMkLst>
        </pc:spChg>
        <pc:spChg chg="add mod">
          <ac:chgData name="Kindermann, Filip" userId="7529c165-3a94-4e7c-b4c5-3d6d6602473b" providerId="ADAL" clId="{2F882329-856F-4D90-A151-DDCB2CC6F749}" dt="2025-11-14T11:11:22.592" v="1804" actId="113"/>
          <ac:spMkLst>
            <pc:docMk/>
            <pc:sldMk cId="2833485298" sldId="3520"/>
            <ac:spMk id="12" creationId="{897D8B92-838B-E68B-7CA6-69CCC63DED67}"/>
          </ac:spMkLst>
        </pc:spChg>
        <pc:spChg chg="add del mod topLvl">
          <ac:chgData name="Kindermann, Filip" userId="7529c165-3a94-4e7c-b4c5-3d6d6602473b" providerId="ADAL" clId="{2F882329-856F-4D90-A151-DDCB2CC6F749}" dt="2025-11-14T11:17:26.610" v="1972" actId="21"/>
          <ac:spMkLst>
            <pc:docMk/>
            <pc:sldMk cId="2833485298" sldId="3520"/>
            <ac:spMk id="14" creationId="{A388C9F8-6D49-415C-9C7D-1036432681AE}"/>
          </ac:spMkLst>
        </pc:spChg>
        <pc:spChg chg="add mod">
          <ac:chgData name="Kindermann, Filip" userId="7529c165-3a94-4e7c-b4c5-3d6d6602473b" providerId="ADAL" clId="{2F882329-856F-4D90-A151-DDCB2CC6F749}" dt="2025-11-14T10:47:20.239" v="1265" actId="14100"/>
          <ac:spMkLst>
            <pc:docMk/>
            <pc:sldMk cId="2833485298" sldId="3520"/>
            <ac:spMk id="17" creationId="{307C5E9A-82FB-71E4-6FD8-C5DB12EB5845}"/>
          </ac:spMkLst>
        </pc:spChg>
        <pc:spChg chg="add del mod topLvl">
          <ac:chgData name="Kindermann, Filip" userId="7529c165-3a94-4e7c-b4c5-3d6d6602473b" providerId="ADAL" clId="{2F882329-856F-4D90-A151-DDCB2CC6F749}" dt="2025-11-14T10:24:02.985" v="1227" actId="207"/>
          <ac:spMkLst>
            <pc:docMk/>
            <pc:sldMk cId="2833485298" sldId="3520"/>
            <ac:spMk id="18" creationId="{0EC424E4-0FF0-61FD-D896-7AA5FB78C04A}"/>
          </ac:spMkLst>
        </pc:spChg>
        <pc:spChg chg="add mod topLvl">
          <ac:chgData name="Kindermann, Filip" userId="7529c165-3a94-4e7c-b4c5-3d6d6602473b" providerId="ADAL" clId="{2F882329-856F-4D90-A151-DDCB2CC6F749}" dt="2025-11-14T10:16:53.907" v="1193" actId="165"/>
          <ac:spMkLst>
            <pc:docMk/>
            <pc:sldMk cId="2833485298" sldId="3520"/>
            <ac:spMk id="19" creationId="{9BC9915B-D2CC-22A1-4753-E6F5B6695246}"/>
          </ac:spMkLst>
        </pc:spChg>
        <pc:spChg chg="add del mod topLvl">
          <ac:chgData name="Kindermann, Filip" userId="7529c165-3a94-4e7c-b4c5-3d6d6602473b" providerId="ADAL" clId="{2F882329-856F-4D90-A151-DDCB2CC6F749}" dt="2025-11-14T10:24:37.276" v="1231" actId="207"/>
          <ac:spMkLst>
            <pc:docMk/>
            <pc:sldMk cId="2833485298" sldId="3520"/>
            <ac:spMk id="20" creationId="{2B0A6D7A-4CF8-B165-938B-F5417B20267F}"/>
          </ac:spMkLst>
        </pc:spChg>
        <pc:spChg chg="add mod topLvl">
          <ac:chgData name="Kindermann, Filip" userId="7529c165-3a94-4e7c-b4c5-3d6d6602473b" providerId="ADAL" clId="{2F882329-856F-4D90-A151-DDCB2CC6F749}" dt="2025-11-14T10:16:53.907" v="1193" actId="165"/>
          <ac:spMkLst>
            <pc:docMk/>
            <pc:sldMk cId="2833485298" sldId="3520"/>
            <ac:spMk id="21" creationId="{95D7A521-4743-20FA-401E-3A9FA0476948}"/>
          </ac:spMkLst>
        </pc:spChg>
        <pc:spChg chg="add del mod topLvl">
          <ac:chgData name="Kindermann, Filip" userId="7529c165-3a94-4e7c-b4c5-3d6d6602473b" providerId="ADAL" clId="{2F882329-856F-4D90-A151-DDCB2CC6F749}" dt="2025-11-14T10:24:51.631" v="1233" actId="207"/>
          <ac:spMkLst>
            <pc:docMk/>
            <pc:sldMk cId="2833485298" sldId="3520"/>
            <ac:spMk id="26" creationId="{187BF3D8-0655-56A1-99B3-D21A19CC9420}"/>
          </ac:spMkLst>
        </pc:spChg>
        <pc:spChg chg="mod topLvl">
          <ac:chgData name="Kindermann, Filip" userId="7529c165-3a94-4e7c-b4c5-3d6d6602473b" providerId="ADAL" clId="{2F882329-856F-4D90-A151-DDCB2CC6F749}" dt="2025-11-14T10:16:53.907" v="1193" actId="165"/>
          <ac:spMkLst>
            <pc:docMk/>
            <pc:sldMk cId="2833485298" sldId="3520"/>
            <ac:spMk id="27" creationId="{47AA8108-EBB2-D28B-382C-9B33A510AECE}"/>
          </ac:spMkLst>
        </pc:spChg>
        <pc:spChg chg="add del mod topLvl">
          <ac:chgData name="Kindermann, Filip" userId="7529c165-3a94-4e7c-b4c5-3d6d6602473b" providerId="ADAL" clId="{2F882329-856F-4D90-A151-DDCB2CC6F749}" dt="2025-11-14T16:40:46.606" v="2593" actId="208"/>
          <ac:spMkLst>
            <pc:docMk/>
            <pc:sldMk cId="2833485298" sldId="3520"/>
            <ac:spMk id="29" creationId="{4FF42DF6-F9D9-68BB-1505-F5266F915BA7}"/>
          </ac:spMkLst>
        </pc:spChg>
        <pc:spChg chg="mod topLvl">
          <ac:chgData name="Kindermann, Filip" userId="7529c165-3a94-4e7c-b4c5-3d6d6602473b" providerId="ADAL" clId="{2F882329-856F-4D90-A151-DDCB2CC6F749}" dt="2025-11-14T16:40:46.606" v="2593" actId="208"/>
          <ac:spMkLst>
            <pc:docMk/>
            <pc:sldMk cId="2833485298" sldId="3520"/>
            <ac:spMk id="30" creationId="{60313CA4-6CF1-FAAB-EA8B-A545F5291663}"/>
          </ac:spMkLst>
        </pc:spChg>
        <pc:spChg chg="add mod topLvl">
          <ac:chgData name="Kindermann, Filip" userId="7529c165-3a94-4e7c-b4c5-3d6d6602473b" providerId="ADAL" clId="{2F882329-856F-4D90-A151-DDCB2CC6F749}" dt="2025-11-14T10:16:53.907" v="1193" actId="165"/>
          <ac:spMkLst>
            <pc:docMk/>
            <pc:sldMk cId="2833485298" sldId="3520"/>
            <ac:spMk id="31" creationId="{0FC87138-9809-827A-F76B-B4AE01831EC1}"/>
          </ac:spMkLst>
        </pc:spChg>
        <pc:spChg chg="add mod topLvl">
          <ac:chgData name="Kindermann, Filip" userId="7529c165-3a94-4e7c-b4c5-3d6d6602473b" providerId="ADAL" clId="{2F882329-856F-4D90-A151-DDCB2CC6F749}" dt="2025-11-14T10:16:53.907" v="1193" actId="165"/>
          <ac:spMkLst>
            <pc:docMk/>
            <pc:sldMk cId="2833485298" sldId="3520"/>
            <ac:spMk id="32" creationId="{A7ADEBD5-9DC9-0F8A-92C1-BEFDC563FBF7}"/>
          </ac:spMkLst>
        </pc:spChg>
        <pc:spChg chg="add mod">
          <ac:chgData name="Kindermann, Filip" userId="7529c165-3a94-4e7c-b4c5-3d6d6602473b" providerId="ADAL" clId="{2F882329-856F-4D90-A151-DDCB2CC6F749}" dt="2025-11-14T10:25:13.630" v="1236" actId="207"/>
          <ac:spMkLst>
            <pc:docMk/>
            <pc:sldMk cId="2833485298" sldId="3520"/>
            <ac:spMk id="37" creationId="{CDA4C505-C491-95D7-832C-7F65611A79D5}"/>
          </ac:spMkLst>
        </pc:spChg>
        <pc:spChg chg="add mod">
          <ac:chgData name="Kindermann, Filip" userId="7529c165-3a94-4e7c-b4c5-3d6d6602473b" providerId="ADAL" clId="{2F882329-856F-4D90-A151-DDCB2CC6F749}" dt="2025-11-14T10:25:13.630" v="1236" actId="207"/>
          <ac:spMkLst>
            <pc:docMk/>
            <pc:sldMk cId="2833485298" sldId="3520"/>
            <ac:spMk id="38" creationId="{69EEF976-E25B-5E0E-00D4-F5A35C951CAA}"/>
          </ac:spMkLst>
        </pc:spChg>
        <pc:spChg chg="add mod">
          <ac:chgData name="Kindermann, Filip" userId="7529c165-3a94-4e7c-b4c5-3d6d6602473b" providerId="ADAL" clId="{2F882329-856F-4D90-A151-DDCB2CC6F749}" dt="2025-11-14T10:25:13.630" v="1236" actId="207"/>
          <ac:spMkLst>
            <pc:docMk/>
            <pc:sldMk cId="2833485298" sldId="3520"/>
            <ac:spMk id="39" creationId="{06461C72-E579-824F-D37D-E0D6DB9B4E46}"/>
          </ac:spMkLst>
        </pc:spChg>
        <pc:spChg chg="add mod">
          <ac:chgData name="Kindermann, Filip" userId="7529c165-3a94-4e7c-b4c5-3d6d6602473b" providerId="ADAL" clId="{2F882329-856F-4D90-A151-DDCB2CC6F749}" dt="2025-11-14T16:30:40.159" v="2337" actId="164"/>
          <ac:spMkLst>
            <pc:docMk/>
            <pc:sldMk cId="2833485298" sldId="3520"/>
            <ac:spMk id="40" creationId="{A583242C-CF0E-E706-6DE6-04E10EC77192}"/>
          </ac:spMkLst>
        </pc:spChg>
        <pc:spChg chg="add mod ord">
          <ac:chgData name="Kindermann, Filip" userId="7529c165-3a94-4e7c-b4c5-3d6d6602473b" providerId="ADAL" clId="{2F882329-856F-4D90-A151-DDCB2CC6F749}" dt="2025-11-14T16:31:57.931" v="2348" actId="14100"/>
          <ac:spMkLst>
            <pc:docMk/>
            <pc:sldMk cId="2833485298" sldId="3520"/>
            <ac:spMk id="41" creationId="{ADC414DC-70BA-57FF-98E2-458533683690}"/>
          </ac:spMkLst>
        </pc:spChg>
        <pc:grpChg chg="add mod ord">
          <ac:chgData name="Kindermann, Filip" userId="7529c165-3a94-4e7c-b4c5-3d6d6602473b" providerId="ADAL" clId="{2F882329-856F-4D90-A151-DDCB2CC6F749}" dt="2025-11-14T16:32:18.461" v="2356" actId="12789"/>
          <ac:grpSpMkLst>
            <pc:docMk/>
            <pc:sldMk cId="2833485298" sldId="3520"/>
            <ac:grpSpMk id="42" creationId="{2B2405CE-5982-4413-CBA3-61775818CE0B}"/>
          </ac:grpSpMkLst>
        </pc:grpChg>
        <pc:graphicFrameChg chg="add mod modGraphic">
          <ac:chgData name="Kindermann, Filip" userId="7529c165-3a94-4e7c-b4c5-3d6d6602473b" providerId="ADAL" clId="{2F882329-856F-4D90-A151-DDCB2CC6F749}" dt="2025-11-14T16:55:42.939" v="3160" actId="207"/>
          <ac:graphicFrameMkLst>
            <pc:docMk/>
            <pc:sldMk cId="2833485298" sldId="3520"/>
            <ac:graphicFrameMk id="6" creationId="{6420082F-8C13-8151-42B0-542028921519}"/>
          </ac:graphicFrameMkLst>
        </pc:graphicFrameChg>
        <pc:graphicFrameChg chg="add mod modGraphic">
          <ac:chgData name="Kindermann, Filip" userId="7529c165-3a94-4e7c-b4c5-3d6d6602473b" providerId="ADAL" clId="{2F882329-856F-4D90-A151-DDCB2CC6F749}" dt="2025-11-14T16:54:32.186" v="3145" actId="121"/>
          <ac:graphicFrameMkLst>
            <pc:docMk/>
            <pc:sldMk cId="2833485298" sldId="3520"/>
            <ac:graphicFrameMk id="8" creationId="{3DEF5F6E-9D5A-1D7B-6F15-003F38051E47}"/>
          </ac:graphicFrameMkLst>
        </pc:graphicFrameChg>
        <pc:cxnChg chg="add mod">
          <ac:chgData name="Kindermann, Filip" userId="7529c165-3a94-4e7c-b4c5-3d6d6602473b" providerId="ADAL" clId="{2F882329-856F-4D90-A151-DDCB2CC6F749}" dt="2025-11-14T10:25:45.288" v="1237" actId="692"/>
          <ac:cxnSpMkLst>
            <pc:docMk/>
            <pc:sldMk cId="2833485298" sldId="3520"/>
            <ac:cxnSpMk id="9" creationId="{C1857D15-88B2-E032-6BCB-9CA2629E13FE}"/>
          </ac:cxnSpMkLst>
        </pc:cxnChg>
        <pc:cxnChg chg="add del mod topLvl">
          <ac:chgData name="Kindermann, Filip" userId="7529c165-3a94-4e7c-b4c5-3d6d6602473b" providerId="ADAL" clId="{2F882329-856F-4D90-A151-DDCB2CC6F749}" dt="2025-11-14T11:17:26.610" v="1972" actId="21"/>
          <ac:cxnSpMkLst>
            <pc:docMk/>
            <pc:sldMk cId="2833485298" sldId="3520"/>
            <ac:cxnSpMk id="11" creationId="{25F70CC5-8017-AFDA-6461-386B458D2CE4}"/>
          </ac:cxnSpMkLst>
        </pc:cxnChg>
        <pc:cxnChg chg="add del mod topLvl">
          <ac:chgData name="Kindermann, Filip" userId="7529c165-3a94-4e7c-b4c5-3d6d6602473b" providerId="ADAL" clId="{2F882329-856F-4D90-A151-DDCB2CC6F749}" dt="2025-11-14T11:17:26.610" v="1972" actId="21"/>
          <ac:cxnSpMkLst>
            <pc:docMk/>
            <pc:sldMk cId="2833485298" sldId="3520"/>
            <ac:cxnSpMk id="15" creationId="{3F3421BA-918D-6D23-B249-4BD19D0CB6F8}"/>
          </ac:cxnSpMkLst>
        </pc:cxnChg>
        <pc:cxnChg chg="add mod">
          <ac:chgData name="Kindermann, Filip" userId="7529c165-3a94-4e7c-b4c5-3d6d6602473b" providerId="ADAL" clId="{2F882329-856F-4D90-A151-DDCB2CC6F749}" dt="2025-11-14T16:32:18.461" v="2356" actId="12789"/>
          <ac:cxnSpMkLst>
            <pc:docMk/>
            <pc:sldMk cId="2833485298" sldId="3520"/>
            <ac:cxnSpMk id="43" creationId="{DA8479A4-8728-62E1-88E1-B8B3954CEFFE}"/>
          </ac:cxnSpMkLst>
        </pc:cxnChg>
      </pc:sldChg>
      <pc:sldChg chg="addSp delSp modSp add del mod">
        <pc:chgData name="Kindermann, Filip" userId="7529c165-3a94-4e7c-b4c5-3d6d6602473b" providerId="ADAL" clId="{2F882329-856F-4D90-A151-DDCB2CC6F749}" dt="2025-11-13T14:18:27.949" v="248" actId="47"/>
        <pc:sldMkLst>
          <pc:docMk/>
          <pc:sldMk cId="823319825" sldId="3521"/>
        </pc:sldMkLst>
      </pc:sldChg>
      <pc:sldChg chg="addSp delSp modSp new mod modClrScheme chgLayout">
        <pc:chgData name="Kindermann, Filip" userId="7529c165-3a94-4e7c-b4c5-3d6d6602473b" providerId="ADAL" clId="{2F882329-856F-4D90-A151-DDCB2CC6F749}" dt="2025-11-14T21:23:54.374" v="4114" actId="20577"/>
        <pc:sldMkLst>
          <pc:docMk/>
          <pc:sldMk cId="1153505216" sldId="3522"/>
        </pc:sldMkLst>
      </pc:sldChg>
      <pc:sldChg chg="addSp delSp modSp add mod modClrScheme chgLayout">
        <pc:chgData name="Kindermann, Filip" userId="7529c165-3a94-4e7c-b4c5-3d6d6602473b" providerId="ADAL" clId="{2F882329-856F-4D90-A151-DDCB2CC6F749}" dt="2025-11-14T21:24:18.581" v="4137" actId="20577"/>
        <pc:sldMkLst>
          <pc:docMk/>
          <pc:sldMk cId="3010447992" sldId="3523"/>
        </pc:sldMkLst>
      </pc:sldChg>
      <pc:sldChg chg="addSp delSp modSp add mod">
        <pc:chgData name="Kindermann, Filip" userId="7529c165-3a94-4e7c-b4c5-3d6d6602473b" providerId="ADAL" clId="{2F882329-856F-4D90-A151-DDCB2CC6F749}" dt="2025-11-14T16:32:59.842" v="2428" actId="12789"/>
        <pc:sldMkLst>
          <pc:docMk/>
          <pc:sldMk cId="2151200417" sldId="3524"/>
        </pc:sldMkLst>
        <pc:spChg chg="mod">
          <ac:chgData name="Kindermann, Filip" userId="7529c165-3a94-4e7c-b4c5-3d6d6602473b" providerId="ADAL" clId="{2F882329-856F-4D90-A151-DDCB2CC6F749}" dt="2025-11-14T11:17:07.531" v="1969" actId="20577"/>
          <ac:spMkLst>
            <pc:docMk/>
            <pc:sldMk cId="2151200417" sldId="3524"/>
            <ac:spMk id="2" creationId="{E53EF267-E41C-B8EF-AA27-B3AF2B8FC830}"/>
          </ac:spMkLst>
        </pc:spChg>
        <pc:spChg chg="mod">
          <ac:chgData name="Kindermann, Filip" userId="7529c165-3a94-4e7c-b4c5-3d6d6602473b" providerId="ADAL" clId="{2F882329-856F-4D90-A151-DDCB2CC6F749}" dt="2025-11-14T16:29:01.773" v="2317" actId="13926"/>
          <ac:spMkLst>
            <pc:docMk/>
            <pc:sldMk cId="2151200417" sldId="3524"/>
            <ac:spMk id="3" creationId="{FD34DA54-F673-E889-96CB-2BFBE525F945}"/>
          </ac:spMkLst>
        </pc:spChg>
        <pc:spChg chg="add mod">
          <ac:chgData name="Kindermann, Filip" userId="7529c165-3a94-4e7c-b4c5-3d6d6602473b" providerId="ADAL" clId="{2F882329-856F-4D90-A151-DDCB2CC6F749}" dt="2025-11-14T16:05:14.819" v="2196" actId="20577"/>
          <ac:spMkLst>
            <pc:docMk/>
            <pc:sldMk cId="2151200417" sldId="3524"/>
            <ac:spMk id="10" creationId="{33EEB90D-6FF7-2AA0-CAF0-8DDD39B8AC23}"/>
          </ac:spMkLst>
        </pc:spChg>
        <pc:spChg chg="add mod">
          <ac:chgData name="Kindermann, Filip" userId="7529c165-3a94-4e7c-b4c5-3d6d6602473b" providerId="ADAL" clId="{2F882329-856F-4D90-A151-DDCB2CC6F749}" dt="2025-11-14T16:03:23.121" v="2171" actId="164"/>
          <ac:spMkLst>
            <pc:docMk/>
            <pc:sldMk cId="2151200417" sldId="3524"/>
            <ac:spMk id="14" creationId="{A388C9F8-6D49-415C-9C7D-1036432681AE}"/>
          </ac:spMkLst>
        </pc:spChg>
        <pc:spChg chg="add mod">
          <ac:chgData name="Kindermann, Filip" userId="7529c165-3a94-4e7c-b4c5-3d6d6602473b" providerId="ADAL" clId="{2F882329-856F-4D90-A151-DDCB2CC6F749}" dt="2025-11-14T16:22:26.204" v="2272" actId="113"/>
          <ac:spMkLst>
            <pc:docMk/>
            <pc:sldMk cId="2151200417" sldId="3524"/>
            <ac:spMk id="32" creationId="{03E2BA25-D496-B8CC-D111-C668EF9A38FB}"/>
          </ac:spMkLst>
        </pc:spChg>
        <pc:spChg chg="mod">
          <ac:chgData name="Kindermann, Filip" userId="7529c165-3a94-4e7c-b4c5-3d6d6602473b" providerId="ADAL" clId="{2F882329-856F-4D90-A151-DDCB2CC6F749}" dt="2025-11-14T16:32:38.469" v="2360" actId="165"/>
          <ac:spMkLst>
            <pc:docMk/>
            <pc:sldMk cId="2151200417" sldId="3524"/>
            <ac:spMk id="35" creationId="{D45F8994-C30A-5B40-7807-2991B6FC65C1}"/>
          </ac:spMkLst>
        </pc:spChg>
        <pc:spChg chg="mod">
          <ac:chgData name="Kindermann, Filip" userId="7529c165-3a94-4e7c-b4c5-3d6d6602473b" providerId="ADAL" clId="{2F882329-856F-4D90-A151-DDCB2CC6F749}" dt="2025-11-14T16:32:38.469" v="2360" actId="165"/>
          <ac:spMkLst>
            <pc:docMk/>
            <pc:sldMk cId="2151200417" sldId="3524"/>
            <ac:spMk id="36" creationId="{5683AFF4-2387-8390-26B6-67A65701D54C}"/>
          </ac:spMkLst>
        </pc:spChg>
        <pc:grpChg chg="add mod">
          <ac:chgData name="Kindermann, Filip" userId="7529c165-3a94-4e7c-b4c5-3d6d6602473b" providerId="ADAL" clId="{2F882329-856F-4D90-A151-DDCB2CC6F749}" dt="2025-11-14T16:03:48.174" v="2173" actId="14100"/>
          <ac:grpSpMkLst>
            <pc:docMk/>
            <pc:sldMk cId="2151200417" sldId="3524"/>
            <ac:grpSpMk id="20" creationId="{8BBED364-2694-0505-914B-794FF40D0CFB}"/>
          </ac:grpSpMkLst>
        </pc:grpChg>
        <pc:grpChg chg="add mod">
          <ac:chgData name="Kindermann, Filip" userId="7529c165-3a94-4e7c-b4c5-3d6d6602473b" providerId="ADAL" clId="{2F882329-856F-4D90-A151-DDCB2CC6F749}" dt="2025-11-14T16:03:58.262" v="2175" actId="14100"/>
          <ac:grpSpMkLst>
            <pc:docMk/>
            <pc:sldMk cId="2151200417" sldId="3524"/>
            <ac:grpSpMk id="21" creationId="{8F96F8C1-F1FC-7980-166B-82C5B6205C21}"/>
          </ac:grpSpMkLst>
        </pc:grpChg>
        <pc:grpChg chg="add mod topLvl">
          <ac:chgData name="Kindermann, Filip" userId="7529c165-3a94-4e7c-b4c5-3d6d6602473b" providerId="ADAL" clId="{2F882329-856F-4D90-A151-DDCB2CC6F749}" dt="2025-11-14T16:32:59.842" v="2428" actId="12789"/>
          <ac:grpSpMkLst>
            <pc:docMk/>
            <pc:sldMk cId="2151200417" sldId="3524"/>
            <ac:grpSpMk id="34" creationId="{92764223-6D73-C546-882F-AD1EFAFED0AA}"/>
          </ac:grpSpMkLst>
        </pc:grpChg>
        <pc:picChg chg="add mod topLvl">
          <ac:chgData name="Kindermann, Filip" userId="7529c165-3a94-4e7c-b4c5-3d6d6602473b" providerId="ADAL" clId="{2F882329-856F-4D90-A151-DDCB2CC6F749}" dt="2025-11-14T16:14:39.665" v="2231" actId="165"/>
          <ac:picMkLst>
            <pc:docMk/>
            <pc:sldMk cId="2151200417" sldId="3524"/>
            <ac:picMk id="25" creationId="{A65212D2-D4C2-3713-4FFE-399FC5E22AF0}"/>
          </ac:picMkLst>
        </pc:picChg>
        <pc:picChg chg="add mod">
          <ac:chgData name="Kindermann, Filip" userId="7529c165-3a94-4e7c-b4c5-3d6d6602473b" providerId="ADAL" clId="{2F882329-856F-4D90-A151-DDCB2CC6F749}" dt="2025-11-14T16:15:06.073" v="2237"/>
          <ac:picMkLst>
            <pc:docMk/>
            <pc:sldMk cId="2151200417" sldId="3524"/>
            <ac:picMk id="31" creationId="{EEEEB78E-E134-2A1A-86FB-BD9980C424A3}"/>
          </ac:picMkLst>
        </pc:picChg>
        <pc:cxnChg chg="add mod">
          <ac:chgData name="Kindermann, Filip" userId="7529c165-3a94-4e7c-b4c5-3d6d6602473b" providerId="ADAL" clId="{2F882329-856F-4D90-A151-DDCB2CC6F749}" dt="2025-11-14T16:03:29.156" v="2172" actId="164"/>
          <ac:cxnSpMkLst>
            <pc:docMk/>
            <pc:sldMk cId="2151200417" sldId="3524"/>
            <ac:cxnSpMk id="11" creationId="{25F70CC5-8017-AFDA-6461-386B458D2CE4}"/>
          </ac:cxnSpMkLst>
        </pc:cxnChg>
        <pc:cxnChg chg="add mod">
          <ac:chgData name="Kindermann, Filip" userId="7529c165-3a94-4e7c-b4c5-3d6d6602473b" providerId="ADAL" clId="{2F882329-856F-4D90-A151-DDCB2CC6F749}" dt="2025-11-14T16:03:23.121" v="2171" actId="164"/>
          <ac:cxnSpMkLst>
            <pc:docMk/>
            <pc:sldMk cId="2151200417" sldId="3524"/>
            <ac:cxnSpMk id="15" creationId="{3F3421BA-918D-6D23-B249-4BD19D0CB6F8}"/>
          </ac:cxnSpMkLst>
        </pc:cxnChg>
        <pc:cxnChg chg="add mod topLvl">
          <ac:chgData name="Kindermann, Filip" userId="7529c165-3a94-4e7c-b4c5-3d6d6602473b" providerId="ADAL" clId="{2F882329-856F-4D90-A151-DDCB2CC6F749}" dt="2025-11-14T16:32:59.842" v="2428" actId="12789"/>
          <ac:cxnSpMkLst>
            <pc:docMk/>
            <pc:sldMk cId="2151200417" sldId="3524"/>
            <ac:cxnSpMk id="33" creationId="{478431F7-2042-9B22-2BA1-2E415C5AC606}"/>
          </ac:cxnSpMkLst>
        </pc:cxnChg>
      </pc:sldChg>
      <pc:sldChg chg="modSp add del mod">
        <pc:chgData name="Kindermann, Filip" userId="7529c165-3a94-4e7c-b4c5-3d6d6602473b" providerId="ADAL" clId="{2F882329-856F-4D90-A151-DDCB2CC6F749}" dt="2025-11-14T16:27:18.701" v="2315" actId="47"/>
        <pc:sldMkLst>
          <pc:docMk/>
          <pc:sldMk cId="1615332680" sldId="3525"/>
        </pc:sldMkLst>
      </pc:sldChg>
      <pc:sldChg chg="modSp add del mod">
        <pc:chgData name="Kindermann, Filip" userId="7529c165-3a94-4e7c-b4c5-3d6d6602473b" providerId="ADAL" clId="{2F882329-856F-4D90-A151-DDCB2CC6F749}" dt="2025-11-14T11:16:31.857" v="1929" actId="47"/>
        <pc:sldMkLst>
          <pc:docMk/>
          <pc:sldMk cId="2108008098" sldId="3526"/>
        </pc:sldMkLst>
      </pc:sldChg>
      <pc:sldChg chg="addSp delSp modSp add mod">
        <pc:chgData name="Kindermann, Filip" userId="7529c165-3a94-4e7c-b4c5-3d6d6602473b" providerId="ADAL" clId="{2F882329-856F-4D90-A151-DDCB2CC6F749}" dt="2025-11-14T16:33:07.946" v="2429"/>
        <pc:sldMkLst>
          <pc:docMk/>
          <pc:sldMk cId="3715504799" sldId="3526"/>
        </pc:sldMkLst>
        <pc:spChg chg="mod">
          <ac:chgData name="Kindermann, Filip" userId="7529c165-3a94-4e7c-b4c5-3d6d6602473b" providerId="ADAL" clId="{2F882329-856F-4D90-A151-DDCB2CC6F749}" dt="2025-11-14T16:29:16.788" v="2319" actId="13926"/>
          <ac:spMkLst>
            <pc:docMk/>
            <pc:sldMk cId="3715504799" sldId="3526"/>
            <ac:spMk id="3" creationId="{A3FFC470-8A4B-243C-B780-74F5BB8626AE}"/>
          </ac:spMkLst>
        </pc:spChg>
        <pc:spChg chg="mod">
          <ac:chgData name="Kindermann, Filip" userId="7529c165-3a94-4e7c-b4c5-3d6d6602473b" providerId="ADAL" clId="{2F882329-856F-4D90-A151-DDCB2CC6F749}" dt="2025-11-14T16:33:07.946" v="2429"/>
          <ac:spMkLst>
            <pc:docMk/>
            <pc:sldMk cId="3715504799" sldId="3526"/>
            <ac:spMk id="18" creationId="{3052ABDC-35BF-6007-1761-2E7B1AC0D16A}"/>
          </ac:spMkLst>
        </pc:spChg>
        <pc:spChg chg="mod">
          <ac:chgData name="Kindermann, Filip" userId="7529c165-3a94-4e7c-b4c5-3d6d6602473b" providerId="ADAL" clId="{2F882329-856F-4D90-A151-DDCB2CC6F749}" dt="2025-11-14T16:33:07.946" v="2429"/>
          <ac:spMkLst>
            <pc:docMk/>
            <pc:sldMk cId="3715504799" sldId="3526"/>
            <ac:spMk id="19" creationId="{3B182F62-6560-792B-04B5-63CEF2634005}"/>
          </ac:spMkLst>
        </pc:spChg>
        <pc:spChg chg="mod">
          <ac:chgData name="Kindermann, Filip" userId="7529c165-3a94-4e7c-b4c5-3d6d6602473b" providerId="ADAL" clId="{2F882329-856F-4D90-A151-DDCB2CC6F749}" dt="2025-11-14T16:27:06.576" v="2314" actId="113"/>
          <ac:spMkLst>
            <pc:docMk/>
            <pc:sldMk cId="3715504799" sldId="3526"/>
            <ac:spMk id="32" creationId="{52536426-CD3F-62D3-3215-E39B8C953AAE}"/>
          </ac:spMkLst>
        </pc:spChg>
        <pc:grpChg chg="add mod">
          <ac:chgData name="Kindermann, Filip" userId="7529c165-3a94-4e7c-b4c5-3d6d6602473b" providerId="ADAL" clId="{2F882329-856F-4D90-A151-DDCB2CC6F749}" dt="2025-11-14T16:33:07.946" v="2429"/>
          <ac:grpSpMkLst>
            <pc:docMk/>
            <pc:sldMk cId="3715504799" sldId="3526"/>
            <ac:grpSpMk id="17" creationId="{C2182B55-181D-A395-25D7-13D1DDDA3220}"/>
          </ac:grpSpMkLst>
        </pc:grpChg>
        <pc:picChg chg="add mod modCrop">
          <ac:chgData name="Kindermann, Filip" userId="7529c165-3a94-4e7c-b4c5-3d6d6602473b" providerId="ADAL" clId="{2F882329-856F-4D90-A151-DDCB2CC6F749}" dt="2025-11-14T16:25:28.747" v="2302" actId="732"/>
          <ac:picMkLst>
            <pc:docMk/>
            <pc:sldMk cId="3715504799" sldId="3526"/>
            <ac:picMk id="12" creationId="{D09FAFB8-9A87-F120-AE42-887AD581E33F}"/>
          </ac:picMkLst>
        </pc:picChg>
        <pc:picChg chg="add mod">
          <ac:chgData name="Kindermann, Filip" userId="7529c165-3a94-4e7c-b4c5-3d6d6602473b" providerId="ADAL" clId="{2F882329-856F-4D90-A151-DDCB2CC6F749}" dt="2025-11-14T16:25:21.759" v="2301"/>
          <ac:picMkLst>
            <pc:docMk/>
            <pc:sldMk cId="3715504799" sldId="3526"/>
            <ac:picMk id="13" creationId="{B72B3AA4-84F5-3474-0906-89CD7F288B10}"/>
          </ac:picMkLst>
        </pc:picChg>
        <pc:cxnChg chg="add mod">
          <ac:chgData name="Kindermann, Filip" userId="7529c165-3a94-4e7c-b4c5-3d6d6602473b" providerId="ADAL" clId="{2F882329-856F-4D90-A151-DDCB2CC6F749}" dt="2025-11-14T16:33:07.946" v="2429"/>
          <ac:cxnSpMkLst>
            <pc:docMk/>
            <pc:sldMk cId="3715504799" sldId="3526"/>
            <ac:cxnSpMk id="16" creationId="{8E511DF5-DB44-556F-9211-59952FE81EF7}"/>
          </ac:cxnSpMkLst>
        </pc:cxnChg>
      </pc:sldChg>
      <pc:sldChg chg="modSp add del mod">
        <pc:chgData name="Kindermann, Filip" userId="7529c165-3a94-4e7c-b4c5-3d6d6602473b" providerId="ADAL" clId="{2F882329-856F-4D90-A151-DDCB2CC6F749}" dt="2025-11-14T16:56:37.475" v="3180" actId="47"/>
        <pc:sldMkLst>
          <pc:docMk/>
          <pc:sldMk cId="3309182116" sldId="3527"/>
        </pc:sldMkLst>
      </pc:sldChg>
      <pc:sldChg chg="modSp mod">
        <pc:chgData name="Kindermann, Filip" userId="7529c165-3a94-4e7c-b4c5-3d6d6602473b" providerId="ADAL" clId="{2F882329-856F-4D90-A151-DDCB2CC6F749}" dt="2025-11-15T14:43:28.400" v="4153"/>
        <pc:sldMkLst>
          <pc:docMk/>
          <pc:sldMk cId="2829971601" sldId="3528"/>
        </pc:sldMkLst>
        <pc:graphicFrameChg chg="mod modGraphic">
          <ac:chgData name="Kindermann, Filip" userId="7529c165-3a94-4e7c-b4c5-3d6d6602473b" providerId="ADAL" clId="{2F882329-856F-4D90-A151-DDCB2CC6F749}" dt="2025-11-15T14:43:25.661" v="4152"/>
          <ac:graphicFrameMkLst>
            <pc:docMk/>
            <pc:sldMk cId="2829971601" sldId="3528"/>
            <ac:graphicFrameMk id="17" creationId="{217CC8A8-8A04-8273-B698-0DDD46C8A0B0}"/>
          </ac:graphicFrameMkLst>
        </pc:graphicFrameChg>
        <pc:graphicFrameChg chg="mod">
          <ac:chgData name="Kindermann, Filip" userId="7529c165-3a94-4e7c-b4c5-3d6d6602473b" providerId="ADAL" clId="{2F882329-856F-4D90-A151-DDCB2CC6F749}" dt="2025-11-15T14:43:28.400" v="4153"/>
          <ac:graphicFrameMkLst>
            <pc:docMk/>
            <pc:sldMk cId="2829971601" sldId="3528"/>
            <ac:graphicFrameMk id="19" creationId="{74CBF795-EECB-12AE-928F-84093F99B95A}"/>
          </ac:graphicFrameMkLst>
        </pc:graphicFrameChg>
      </pc:sldChg>
      <pc:sldChg chg="modSp del">
        <pc:chgData name="Kindermann, Filip" userId="7529c165-3a94-4e7c-b4c5-3d6d6602473b" providerId="ADAL" clId="{2F882329-856F-4D90-A151-DDCB2CC6F749}" dt="2025-11-15T16:26:14.146" v="4156" actId="47"/>
        <pc:sldMkLst>
          <pc:docMk/>
          <pc:sldMk cId="903025654" sldId="3529"/>
        </pc:sldMkLst>
        <pc:graphicFrameChg chg="mod">
          <ac:chgData name="Kindermann, Filip" userId="7529c165-3a94-4e7c-b4c5-3d6d6602473b" providerId="ADAL" clId="{2F882329-856F-4D90-A151-DDCB2CC6F749}" dt="2025-11-15T14:43:31.932" v="4154"/>
          <ac:graphicFrameMkLst>
            <pc:docMk/>
            <pc:sldMk cId="903025654" sldId="3529"/>
            <ac:graphicFrameMk id="17" creationId="{E3892C0F-D82D-1A56-6C16-F5A3AC38FE93}"/>
          </ac:graphicFrameMkLst>
        </pc:graphicFrameChg>
        <pc:graphicFrameChg chg="mod">
          <ac:chgData name="Kindermann, Filip" userId="7529c165-3a94-4e7c-b4c5-3d6d6602473b" providerId="ADAL" clId="{2F882329-856F-4D90-A151-DDCB2CC6F749}" dt="2025-11-15T14:43:34.866" v="4155"/>
          <ac:graphicFrameMkLst>
            <pc:docMk/>
            <pc:sldMk cId="903025654" sldId="3529"/>
            <ac:graphicFrameMk id="19" creationId="{5561D23F-529D-FA0C-2224-A1AE9F9AFF21}"/>
          </ac:graphicFrameMkLst>
        </pc:graphicFrameChg>
      </pc:sldChg>
      <pc:sldChg chg="del">
        <pc:chgData name="Kindermann, Filip" userId="7529c165-3a94-4e7c-b4c5-3d6d6602473b" providerId="ADAL" clId="{2F882329-856F-4D90-A151-DDCB2CC6F749}" dt="2025-11-15T16:26:15.225" v="4157" actId="47"/>
        <pc:sldMkLst>
          <pc:docMk/>
          <pc:sldMk cId="1864260454" sldId="3530"/>
        </pc:sldMkLst>
      </pc:sldChg>
      <pc:sldChg chg="del">
        <pc:chgData name="Kindermann, Filip" userId="7529c165-3a94-4e7c-b4c5-3d6d6602473b" providerId="ADAL" clId="{2F882329-856F-4D90-A151-DDCB2CC6F749}" dt="2025-11-15T16:26:16.432" v="4158" actId="47"/>
        <pc:sldMkLst>
          <pc:docMk/>
          <pc:sldMk cId="1520633062" sldId="3531"/>
        </pc:sldMkLst>
      </pc:sldChg>
      <pc:sldMasterChg chg="modSldLayout">
        <pc:chgData name="Kindermann, Filip" userId="7529c165-3a94-4e7c-b4c5-3d6d6602473b" providerId="ADAL" clId="{2F882329-856F-4D90-A151-DDCB2CC6F749}" dt="2025-11-14T10:54:57.094" v="1676" actId="735"/>
        <pc:sldMasterMkLst>
          <pc:docMk/>
          <pc:sldMasterMk cId="1874261132" sldId="2147483660"/>
        </pc:sldMasterMkLst>
        <pc:sldLayoutChg chg="addSp delSp modSp mod">
          <pc:chgData name="Kindermann, Filip" userId="7529c165-3a94-4e7c-b4c5-3d6d6602473b" providerId="ADAL" clId="{2F882329-856F-4D90-A151-DDCB2CC6F749}" dt="2025-11-14T10:54:57.094" v="1676" actId="735"/>
          <pc:sldLayoutMkLst>
            <pc:docMk/>
            <pc:sldMasterMk cId="1874261132" sldId="2147483660"/>
            <pc:sldLayoutMk cId="4143137159" sldId="2147483662"/>
          </pc:sldLayoutMkLst>
          <pc:spChg chg="mod">
            <ac:chgData name="Kindermann, Filip" userId="7529c165-3a94-4e7c-b4c5-3d6d6602473b" providerId="ADAL" clId="{2F882329-856F-4D90-A151-DDCB2CC6F749}" dt="2025-11-13T14:32:27.161" v="328" actId="2711"/>
            <ac:spMkLst>
              <pc:docMk/>
              <pc:sldMasterMk cId="1874261132" sldId="2147483660"/>
              <pc:sldLayoutMk cId="4143137159" sldId="2147483662"/>
              <ac:spMk id="5" creationId="{39E1E35D-4142-2B59-D9FE-8988D0ECEB2E}"/>
            </ac:spMkLst>
          </pc:spChg>
          <pc:spChg chg="mod">
            <ac:chgData name="Kindermann, Filip" userId="7529c165-3a94-4e7c-b4c5-3d6d6602473b" providerId="ADAL" clId="{2F882329-856F-4D90-A151-DDCB2CC6F749}" dt="2025-11-13T14:32:45.184" v="345" actId="164"/>
            <ac:spMkLst>
              <pc:docMk/>
              <pc:sldMasterMk cId="1874261132" sldId="2147483660"/>
              <pc:sldLayoutMk cId="4143137159" sldId="2147483662"/>
              <ac:spMk id="11" creationId="{EF80BD1A-C0FB-F24D-B091-6018B1D353EA}"/>
            </ac:spMkLst>
          </pc:spChg>
          <pc:spChg chg="mod">
            <ac:chgData name="Kindermann, Filip" userId="7529c165-3a94-4e7c-b4c5-3d6d6602473b" providerId="ADAL" clId="{2F882329-856F-4D90-A151-DDCB2CC6F749}" dt="2025-11-13T14:32:27.161" v="328" actId="2711"/>
            <ac:spMkLst>
              <pc:docMk/>
              <pc:sldMasterMk cId="1874261132" sldId="2147483660"/>
              <pc:sldLayoutMk cId="4143137159" sldId="2147483662"/>
              <ac:spMk id="13" creationId="{C0D3D432-2E44-C142-ABD2-BDF76D6F55C1}"/>
            </ac:spMkLst>
          </pc:spChg>
          <pc:spChg chg="mod">
            <ac:chgData name="Kindermann, Filip" userId="7529c165-3a94-4e7c-b4c5-3d6d6602473b" providerId="ADAL" clId="{2F882329-856F-4D90-A151-DDCB2CC6F749}" dt="2025-11-13T14:32:27.161" v="328" actId="2711"/>
            <ac:spMkLst>
              <pc:docMk/>
              <pc:sldMasterMk cId="1874261132" sldId="2147483660"/>
              <pc:sldLayoutMk cId="4143137159" sldId="2147483662"/>
              <ac:spMk id="14" creationId="{56AF44A3-836A-442E-9C39-2A2D1905E9D4}"/>
            </ac:spMkLst>
          </pc:spChg>
          <pc:spChg chg="mod">
            <ac:chgData name="Kindermann, Filip" userId="7529c165-3a94-4e7c-b4c5-3d6d6602473b" providerId="ADAL" clId="{2F882329-856F-4D90-A151-DDCB2CC6F749}" dt="2025-11-13T14:32:45.184" v="345" actId="164"/>
            <ac:spMkLst>
              <pc:docMk/>
              <pc:sldMasterMk cId="1874261132" sldId="2147483660"/>
              <pc:sldLayoutMk cId="4143137159" sldId="2147483662"/>
              <ac:spMk id="15" creationId="{9136C9A5-23D2-2D4E-BC8E-4F7A96AE0BFA}"/>
            </ac:spMkLst>
          </pc:spChg>
          <pc:grpChg chg="add mod">
            <ac:chgData name="Kindermann, Filip" userId="7529c165-3a94-4e7c-b4c5-3d6d6602473b" providerId="ADAL" clId="{2F882329-856F-4D90-A151-DDCB2CC6F749}" dt="2025-11-13T14:32:53.438" v="346" actId="12788"/>
            <ac:grpSpMkLst>
              <pc:docMk/>
              <pc:sldMasterMk cId="1874261132" sldId="2147483660"/>
              <pc:sldLayoutMk cId="4143137159" sldId="2147483662"/>
              <ac:grpSpMk id="2" creationId="{F9BD26A1-A1DC-3B3B-A16C-63F012E852F5}"/>
            </ac:grpSpMkLst>
          </pc:grpChg>
          <pc:cxnChg chg="mod">
            <ac:chgData name="Kindermann, Filip" userId="7529c165-3a94-4e7c-b4c5-3d6d6602473b" providerId="ADAL" clId="{2F882329-856F-4D90-A151-DDCB2CC6F749}" dt="2025-11-13T14:32:27.161" v="328" actId="2711"/>
            <ac:cxnSpMkLst>
              <pc:docMk/>
              <pc:sldMasterMk cId="1874261132" sldId="2147483660"/>
              <pc:sldLayoutMk cId="4143137159" sldId="2147483662"/>
              <ac:cxnSpMk id="3" creationId="{FFE044F8-DED4-4949-A15C-64DB9ECF6E05}"/>
            </ac:cxnSpMkLst>
          </pc:cxnChg>
        </pc:sldLayoutChg>
        <pc:sldLayoutChg chg="addSp delSp modSp mod">
          <pc:chgData name="Kindermann, Filip" userId="7529c165-3a94-4e7c-b4c5-3d6d6602473b" providerId="ADAL" clId="{2F882329-856F-4D90-A151-DDCB2CC6F749}" dt="2025-11-13T14:33:40.968" v="355"/>
          <pc:sldLayoutMkLst>
            <pc:docMk/>
            <pc:sldMasterMk cId="1874261132" sldId="2147483660"/>
            <pc:sldLayoutMk cId="942574668" sldId="2147483663"/>
          </pc:sldLayoutMkLst>
          <pc:spChg chg="mod topLvl">
            <ac:chgData name="Kindermann, Filip" userId="7529c165-3a94-4e7c-b4c5-3d6d6602473b" providerId="ADAL" clId="{2F882329-856F-4D90-A151-DDCB2CC6F749}" dt="2025-11-13T14:33:40.968" v="355"/>
            <ac:spMkLst>
              <pc:docMk/>
              <pc:sldMasterMk cId="1874261132" sldId="2147483660"/>
              <pc:sldLayoutMk cId="942574668" sldId="2147483663"/>
              <ac:spMk id="3" creationId="{1944F324-1AE1-F858-F92C-9D9F8CB8652C}"/>
            </ac:spMkLst>
          </pc:spChg>
          <pc:spChg chg="mod topLvl">
            <ac:chgData name="Kindermann, Filip" userId="7529c165-3a94-4e7c-b4c5-3d6d6602473b" providerId="ADAL" clId="{2F882329-856F-4D90-A151-DDCB2CC6F749}" dt="2025-11-13T14:33:20.518" v="351"/>
            <ac:spMkLst>
              <pc:docMk/>
              <pc:sldMasterMk cId="1874261132" sldId="2147483660"/>
              <pc:sldLayoutMk cId="942574668" sldId="2147483663"/>
              <ac:spMk id="5" creationId="{7DF6119B-A12E-0DE5-AECE-997B875F90ED}"/>
            </ac:spMkLst>
          </pc:spChg>
        </pc:sldLayoutChg>
      </pc:sldMasterChg>
    </pc:docChg>
  </pc:docChgLst>
  <pc:docChgLst>
    <pc:chgData name="Kindermann, Filip" userId="7529c165-3a94-4e7c-b4c5-3d6d6602473b" providerId="ADAL" clId="{69881490-C27A-4803-BB8A-88239CAE29F6}"/>
    <pc:docChg chg="undo redo custSel addSld delSld modSld sldOrd modMainMaster">
      <pc:chgData name="Kindermann, Filip" userId="7529c165-3a94-4e7c-b4c5-3d6d6602473b" providerId="ADAL" clId="{69881490-C27A-4803-BB8A-88239CAE29F6}" dt="2025-05-30T13:11:05.904" v="1972" actId="5793"/>
      <pc:docMkLst>
        <pc:docMk/>
      </pc:docMkLst>
      <pc:sldChg chg="del">
        <pc:chgData name="Kindermann, Filip" userId="7529c165-3a94-4e7c-b4c5-3d6d6602473b" providerId="ADAL" clId="{69881490-C27A-4803-BB8A-88239CAE29F6}" dt="2025-05-30T00:24:40.448" v="0" actId="47"/>
        <pc:sldMkLst>
          <pc:docMk/>
          <pc:sldMk cId="1027124786" sldId="257"/>
        </pc:sldMkLst>
      </pc:sldChg>
      <pc:sldChg chg="del">
        <pc:chgData name="Kindermann, Filip" userId="7529c165-3a94-4e7c-b4c5-3d6d6602473b" providerId="ADAL" clId="{69881490-C27A-4803-BB8A-88239CAE29F6}" dt="2025-05-30T00:24:40.448" v="0" actId="47"/>
        <pc:sldMkLst>
          <pc:docMk/>
          <pc:sldMk cId="519578131" sldId="258"/>
        </pc:sldMkLst>
      </pc:sldChg>
      <pc:sldChg chg="del">
        <pc:chgData name="Kindermann, Filip" userId="7529c165-3a94-4e7c-b4c5-3d6d6602473b" providerId="ADAL" clId="{69881490-C27A-4803-BB8A-88239CAE29F6}" dt="2025-05-30T00:24:40.448" v="0" actId="47"/>
        <pc:sldMkLst>
          <pc:docMk/>
          <pc:sldMk cId="654551129" sldId="259"/>
        </pc:sldMkLst>
      </pc:sldChg>
      <pc:sldChg chg="del">
        <pc:chgData name="Kindermann, Filip" userId="7529c165-3a94-4e7c-b4c5-3d6d6602473b" providerId="ADAL" clId="{69881490-C27A-4803-BB8A-88239CAE29F6}" dt="2025-05-30T00:24:40.448" v="0" actId="47"/>
        <pc:sldMkLst>
          <pc:docMk/>
          <pc:sldMk cId="3271598032" sldId="260"/>
        </pc:sldMkLst>
      </pc:sldChg>
      <pc:sldChg chg="del">
        <pc:chgData name="Kindermann, Filip" userId="7529c165-3a94-4e7c-b4c5-3d6d6602473b" providerId="ADAL" clId="{69881490-C27A-4803-BB8A-88239CAE29F6}" dt="2025-05-30T00:24:40.448" v="0" actId="47"/>
        <pc:sldMkLst>
          <pc:docMk/>
          <pc:sldMk cId="3282435730" sldId="261"/>
        </pc:sldMkLst>
      </pc:sldChg>
      <pc:sldChg chg="del">
        <pc:chgData name="Kindermann, Filip" userId="7529c165-3a94-4e7c-b4c5-3d6d6602473b" providerId="ADAL" clId="{69881490-C27A-4803-BB8A-88239CAE29F6}" dt="2025-05-30T00:24:40.448" v="0" actId="47"/>
        <pc:sldMkLst>
          <pc:docMk/>
          <pc:sldMk cId="4193688538" sldId="262"/>
        </pc:sldMkLst>
      </pc:sldChg>
      <pc:sldChg chg="del">
        <pc:chgData name="Kindermann, Filip" userId="7529c165-3a94-4e7c-b4c5-3d6d6602473b" providerId="ADAL" clId="{69881490-C27A-4803-BB8A-88239CAE29F6}" dt="2025-05-30T00:24:40.448" v="0" actId="47"/>
        <pc:sldMkLst>
          <pc:docMk/>
          <pc:sldMk cId="2625416705" sldId="263"/>
        </pc:sldMkLst>
      </pc:sldChg>
      <pc:sldChg chg="modSp mod">
        <pc:chgData name="Kindermann, Filip" userId="7529c165-3a94-4e7c-b4c5-3d6d6602473b" providerId="ADAL" clId="{69881490-C27A-4803-BB8A-88239CAE29F6}" dt="2025-05-30T13:11:05.904" v="1972" actId="5793"/>
        <pc:sldMkLst>
          <pc:docMk/>
          <pc:sldMk cId="1672210218" sldId="3453"/>
        </pc:sldMkLst>
      </pc:sldChg>
      <pc:sldChg chg="modSp del mod ord modShow">
        <pc:chgData name="Kindermann, Filip" userId="7529c165-3a94-4e7c-b4c5-3d6d6602473b" providerId="ADAL" clId="{69881490-C27A-4803-BB8A-88239CAE29F6}" dt="2025-05-30T11:00:19.048" v="1902" actId="47"/>
        <pc:sldMkLst>
          <pc:docMk/>
          <pc:sldMk cId="2842863952" sldId="3498"/>
        </pc:sldMkLst>
      </pc:sldChg>
      <pc:sldChg chg="modSp mod">
        <pc:chgData name="Kindermann, Filip" userId="7529c165-3a94-4e7c-b4c5-3d6d6602473b" providerId="ADAL" clId="{69881490-C27A-4803-BB8A-88239CAE29F6}" dt="2025-05-30T02:14:52.018" v="1234" actId="113"/>
        <pc:sldMkLst>
          <pc:docMk/>
          <pc:sldMk cId="1425541265" sldId="3500"/>
        </pc:sldMkLst>
      </pc:sldChg>
      <pc:sldChg chg="del">
        <pc:chgData name="Kindermann, Filip" userId="7529c165-3a94-4e7c-b4c5-3d6d6602473b" providerId="ADAL" clId="{69881490-C27A-4803-BB8A-88239CAE29F6}" dt="2025-05-30T00:24:40.448" v="0" actId="47"/>
        <pc:sldMkLst>
          <pc:docMk/>
          <pc:sldMk cId="1058532275" sldId="3501"/>
        </pc:sldMkLst>
      </pc:sldChg>
      <pc:sldChg chg="modSp mod modClrScheme chgLayout">
        <pc:chgData name="Kindermann, Filip" userId="7529c165-3a94-4e7c-b4c5-3d6d6602473b" providerId="ADAL" clId="{69881490-C27A-4803-BB8A-88239CAE29F6}" dt="2025-05-30T11:09:49.281" v="1909" actId="108"/>
        <pc:sldMkLst>
          <pc:docMk/>
          <pc:sldMk cId="1443544784" sldId="3502"/>
        </pc:sldMkLst>
      </pc:sldChg>
      <pc:sldChg chg="addSp delSp modSp mod">
        <pc:chgData name="Kindermann, Filip" userId="7529c165-3a94-4e7c-b4c5-3d6d6602473b" providerId="ADAL" clId="{69881490-C27A-4803-BB8A-88239CAE29F6}" dt="2025-05-30T02:14:23.033" v="1231" actId="207"/>
        <pc:sldMkLst>
          <pc:docMk/>
          <pc:sldMk cId="351932028" sldId="3506"/>
        </pc:sldMkLst>
      </pc:sldChg>
      <pc:sldChg chg="del">
        <pc:chgData name="Kindermann, Filip" userId="7529c165-3a94-4e7c-b4c5-3d6d6602473b" providerId="ADAL" clId="{69881490-C27A-4803-BB8A-88239CAE29F6}" dt="2025-05-30T00:24:40.448" v="0" actId="47"/>
        <pc:sldMkLst>
          <pc:docMk/>
          <pc:sldMk cId="2818506982" sldId="3507"/>
        </pc:sldMkLst>
      </pc:sldChg>
      <pc:sldChg chg="del">
        <pc:chgData name="Kindermann, Filip" userId="7529c165-3a94-4e7c-b4c5-3d6d6602473b" providerId="ADAL" clId="{69881490-C27A-4803-BB8A-88239CAE29F6}" dt="2025-05-30T00:24:40.448" v="0" actId="47"/>
        <pc:sldMkLst>
          <pc:docMk/>
          <pc:sldMk cId="2384739674" sldId="3508"/>
        </pc:sldMkLst>
      </pc:sldChg>
      <pc:sldChg chg="del">
        <pc:chgData name="Kindermann, Filip" userId="7529c165-3a94-4e7c-b4c5-3d6d6602473b" providerId="ADAL" clId="{69881490-C27A-4803-BB8A-88239CAE29F6}" dt="2025-05-30T00:24:40.448" v="0" actId="47"/>
        <pc:sldMkLst>
          <pc:docMk/>
          <pc:sldMk cId="4122764776" sldId="3509"/>
        </pc:sldMkLst>
      </pc:sldChg>
      <pc:sldChg chg="addSp delSp modSp mod">
        <pc:chgData name="Kindermann, Filip" userId="7529c165-3a94-4e7c-b4c5-3d6d6602473b" providerId="ADAL" clId="{69881490-C27A-4803-BB8A-88239CAE29F6}" dt="2025-05-30T12:09:16.934" v="1911" actId="20577"/>
        <pc:sldMkLst>
          <pc:docMk/>
          <pc:sldMk cId="2405085911" sldId="3510"/>
        </pc:sldMkLst>
      </pc:sldChg>
      <pc:sldChg chg="modSp del mod">
        <pc:chgData name="Kindermann, Filip" userId="7529c165-3a94-4e7c-b4c5-3d6d6602473b" providerId="ADAL" clId="{69881490-C27A-4803-BB8A-88239CAE29F6}" dt="2025-05-30T01:09:54.979" v="370" actId="47"/>
        <pc:sldMkLst>
          <pc:docMk/>
          <pc:sldMk cId="2579045002" sldId="3511"/>
        </pc:sldMkLst>
      </pc:sldChg>
      <pc:sldChg chg="addSp delSp modSp del mod ord modShow">
        <pc:chgData name="Kindermann, Filip" userId="7529c165-3a94-4e7c-b4c5-3d6d6602473b" providerId="ADAL" clId="{69881490-C27A-4803-BB8A-88239CAE29F6}" dt="2025-05-30T11:00:17.643" v="1901" actId="47"/>
        <pc:sldMkLst>
          <pc:docMk/>
          <pc:sldMk cId="168517779" sldId="3513"/>
        </pc:sldMkLst>
      </pc:sldChg>
      <pc:sldChg chg="del">
        <pc:chgData name="Kindermann, Filip" userId="7529c165-3a94-4e7c-b4c5-3d6d6602473b" providerId="ADAL" clId="{69881490-C27A-4803-BB8A-88239CAE29F6}" dt="2025-05-30T00:24:40.448" v="0" actId="47"/>
        <pc:sldMkLst>
          <pc:docMk/>
          <pc:sldMk cId="1521187184" sldId="3514"/>
        </pc:sldMkLst>
      </pc:sldChg>
      <pc:sldChg chg="addSp delSp modSp new mod modClrScheme chgLayout">
        <pc:chgData name="Kindermann, Filip" userId="7529c165-3a94-4e7c-b4c5-3d6d6602473b" providerId="ADAL" clId="{69881490-C27A-4803-BB8A-88239CAE29F6}" dt="2025-05-30T13:09:53.185" v="1968" actId="20577"/>
        <pc:sldMkLst>
          <pc:docMk/>
          <pc:sldMk cId="1688583701" sldId="3514"/>
        </pc:sldMkLst>
      </pc:sldChg>
      <pc:sldChg chg="addSp delSp modSp add del mod">
        <pc:chgData name="Kindermann, Filip" userId="7529c165-3a94-4e7c-b4c5-3d6d6602473b" providerId="ADAL" clId="{69881490-C27A-4803-BB8A-88239CAE29F6}" dt="2025-05-30T01:09:49.889" v="369" actId="47"/>
        <pc:sldMkLst>
          <pc:docMk/>
          <pc:sldMk cId="1253087191" sldId="3515"/>
        </pc:sldMkLst>
      </pc:sldChg>
      <pc:sldChg chg="delSp add del mod">
        <pc:chgData name="Kindermann, Filip" userId="7529c165-3a94-4e7c-b4c5-3d6d6602473b" providerId="ADAL" clId="{69881490-C27A-4803-BB8A-88239CAE29F6}" dt="2025-05-30T01:00:37.228" v="208" actId="47"/>
        <pc:sldMkLst>
          <pc:docMk/>
          <pc:sldMk cId="273689209" sldId="3516"/>
        </pc:sldMkLst>
      </pc:sldChg>
      <pc:sldChg chg="addSp delSp modSp add mod">
        <pc:chgData name="Kindermann, Filip" userId="7529c165-3a94-4e7c-b4c5-3d6d6602473b" providerId="ADAL" clId="{69881490-C27A-4803-BB8A-88239CAE29F6}" dt="2025-05-30T01:49:11.655" v="999"/>
        <pc:sldMkLst>
          <pc:docMk/>
          <pc:sldMk cId="640855340" sldId="3516"/>
        </pc:sldMkLst>
      </pc:sldChg>
      <pc:sldChg chg="addSp delSp modSp add mod">
        <pc:chgData name="Kindermann, Filip" userId="7529c165-3a94-4e7c-b4c5-3d6d6602473b" providerId="ADAL" clId="{69881490-C27A-4803-BB8A-88239CAE29F6}" dt="2025-05-30T02:12:34.129" v="1215" actId="34135"/>
        <pc:sldMkLst>
          <pc:docMk/>
          <pc:sldMk cId="1549508403" sldId="3517"/>
        </pc:sldMkLst>
      </pc:sldChg>
      <pc:sldChg chg="addSp delSp modSp add mod">
        <pc:chgData name="Kindermann, Filip" userId="7529c165-3a94-4e7c-b4c5-3d6d6602473b" providerId="ADAL" clId="{69881490-C27A-4803-BB8A-88239CAE29F6}" dt="2025-05-30T02:37:05.305" v="1801" actId="12"/>
        <pc:sldMkLst>
          <pc:docMk/>
          <pc:sldMk cId="2591337457" sldId="3518"/>
        </pc:sldMkLst>
      </pc:sldChg>
      <pc:sldChg chg="addSp delSp modSp add del mod">
        <pc:chgData name="Kindermann, Filip" userId="7529c165-3a94-4e7c-b4c5-3d6d6602473b" providerId="ADAL" clId="{69881490-C27A-4803-BB8A-88239CAE29F6}" dt="2025-05-30T02:22:39.208" v="1556" actId="47"/>
        <pc:sldMkLst>
          <pc:docMk/>
          <pc:sldMk cId="4267372175" sldId="3518"/>
        </pc:sldMkLst>
      </pc:sldChg>
      <pc:sldMasterChg chg="modSldLayout">
        <pc:chgData name="Kindermann, Filip" userId="7529c165-3a94-4e7c-b4c5-3d6d6602473b" providerId="ADAL" clId="{69881490-C27A-4803-BB8A-88239CAE29F6}" dt="2025-05-30T00:48:52.351" v="84" actId="1076"/>
        <pc:sldMasterMkLst>
          <pc:docMk/>
          <pc:sldMasterMk cId="1874261132" sldId="2147483660"/>
        </pc:sldMasterMkLst>
        <pc:sldLayoutChg chg="modSp mod">
          <pc:chgData name="Kindermann, Filip" userId="7529c165-3a94-4e7c-b4c5-3d6d6602473b" providerId="ADAL" clId="{69881490-C27A-4803-BB8A-88239CAE29F6}" dt="2025-05-30T00:48:52.351" v="84" actId="1076"/>
          <pc:sldLayoutMkLst>
            <pc:docMk/>
            <pc:sldMasterMk cId="1874261132" sldId="2147483660"/>
            <pc:sldLayoutMk cId="1944705358" sldId="2147483666"/>
          </pc:sldLayoutMkLst>
        </pc:sldLayoutChg>
      </pc:sldMasterChg>
    </pc:docChg>
  </pc:docChgLst>
  <pc:docChgLst>
    <pc:chgData name="Kindermann, Filip" userId="7529c165-3a94-4e7c-b4c5-3d6d6602473b" providerId="ADAL" clId="{FD7C784A-82A8-417B-881F-7FB9ACF7C9A9}"/>
    <pc:docChg chg="undo redo custSel addSld delSld modSld sldOrd modMainMaster">
      <pc:chgData name="Kindermann, Filip" userId="7529c165-3a94-4e7c-b4c5-3d6d6602473b" providerId="ADAL" clId="{FD7C784A-82A8-417B-881F-7FB9ACF7C9A9}" dt="2025-05-29T14:15:09.654" v="7060" actId="478"/>
      <pc:docMkLst>
        <pc:docMk/>
      </pc:docMkLst>
      <pc:sldChg chg="addSp modSp del mod">
        <pc:chgData name="Kindermann, Filip" userId="7529c165-3a94-4e7c-b4c5-3d6d6602473b" providerId="ADAL" clId="{FD7C784A-82A8-417B-881F-7FB9ACF7C9A9}" dt="2025-05-29T13:53:32.044" v="6810" actId="47"/>
        <pc:sldMkLst>
          <pc:docMk/>
          <pc:sldMk cId="4015760371" sldId="256"/>
        </pc:sldMkLst>
      </pc:sldChg>
      <pc:sldChg chg="del">
        <pc:chgData name="Kindermann, Filip" userId="7529c165-3a94-4e7c-b4c5-3d6d6602473b" providerId="ADAL" clId="{FD7C784A-82A8-417B-881F-7FB9ACF7C9A9}" dt="2025-05-29T13:43:48.121" v="6581" actId="2696"/>
        <pc:sldMkLst>
          <pc:docMk/>
          <pc:sldMk cId="136980783" sldId="257"/>
        </pc:sldMkLst>
      </pc:sldChg>
      <pc:sldChg chg="add del mod modShow">
        <pc:chgData name="Kindermann, Filip" userId="7529c165-3a94-4e7c-b4c5-3d6d6602473b" providerId="ADAL" clId="{FD7C784A-82A8-417B-881F-7FB9ACF7C9A9}" dt="2025-05-29T13:44:17.397" v="6589"/>
        <pc:sldMkLst>
          <pc:docMk/>
          <pc:sldMk cId="727894993" sldId="257"/>
        </pc:sldMkLst>
      </pc:sldChg>
      <pc:sldChg chg="add mod modShow">
        <pc:chgData name="Kindermann, Filip" userId="7529c165-3a94-4e7c-b4c5-3d6d6602473b" providerId="ADAL" clId="{FD7C784A-82A8-417B-881F-7FB9ACF7C9A9}" dt="2025-05-29T13:44:28.171" v="6591" actId="729"/>
        <pc:sldMkLst>
          <pc:docMk/>
          <pc:sldMk cId="1027124786" sldId="257"/>
        </pc:sldMkLst>
      </pc:sldChg>
      <pc:sldChg chg="add mod modShow">
        <pc:chgData name="Kindermann, Filip" userId="7529c165-3a94-4e7c-b4c5-3d6d6602473b" providerId="ADAL" clId="{FD7C784A-82A8-417B-881F-7FB9ACF7C9A9}" dt="2025-05-29T13:44:28.171" v="6591" actId="729"/>
        <pc:sldMkLst>
          <pc:docMk/>
          <pc:sldMk cId="519578131" sldId="258"/>
        </pc:sldMkLst>
      </pc:sldChg>
      <pc:sldChg chg="del ord">
        <pc:chgData name="Kindermann, Filip" userId="7529c165-3a94-4e7c-b4c5-3d6d6602473b" providerId="ADAL" clId="{FD7C784A-82A8-417B-881F-7FB9ACF7C9A9}" dt="2025-05-29T13:43:48.121" v="6581" actId="2696"/>
        <pc:sldMkLst>
          <pc:docMk/>
          <pc:sldMk cId="1925210261" sldId="258"/>
        </pc:sldMkLst>
      </pc:sldChg>
      <pc:sldChg chg="add del mod modShow">
        <pc:chgData name="Kindermann, Filip" userId="7529c165-3a94-4e7c-b4c5-3d6d6602473b" providerId="ADAL" clId="{FD7C784A-82A8-417B-881F-7FB9ACF7C9A9}" dt="2025-05-29T13:44:17.397" v="6589"/>
        <pc:sldMkLst>
          <pc:docMk/>
          <pc:sldMk cId="3183714110" sldId="258"/>
        </pc:sldMkLst>
      </pc:sldChg>
      <pc:sldChg chg="add mod modShow">
        <pc:chgData name="Kindermann, Filip" userId="7529c165-3a94-4e7c-b4c5-3d6d6602473b" providerId="ADAL" clId="{FD7C784A-82A8-417B-881F-7FB9ACF7C9A9}" dt="2025-05-29T13:44:28.171" v="6591" actId="729"/>
        <pc:sldMkLst>
          <pc:docMk/>
          <pc:sldMk cId="654551129" sldId="259"/>
        </pc:sldMkLst>
      </pc:sldChg>
      <pc:sldChg chg="modSp add del mod modShow">
        <pc:chgData name="Kindermann, Filip" userId="7529c165-3a94-4e7c-b4c5-3d6d6602473b" providerId="ADAL" clId="{FD7C784A-82A8-417B-881F-7FB9ACF7C9A9}" dt="2025-05-29T13:44:17.397" v="6589"/>
        <pc:sldMkLst>
          <pc:docMk/>
          <pc:sldMk cId="1986319558" sldId="259"/>
        </pc:sldMkLst>
      </pc:sldChg>
      <pc:sldChg chg="addSp delSp modSp new del mod">
        <pc:chgData name="Kindermann, Filip" userId="7529c165-3a94-4e7c-b4c5-3d6d6602473b" providerId="ADAL" clId="{FD7C784A-82A8-417B-881F-7FB9ACF7C9A9}" dt="2025-05-29T13:43:48.121" v="6581" actId="2696"/>
        <pc:sldMkLst>
          <pc:docMk/>
          <pc:sldMk cId="3016833533" sldId="259"/>
        </pc:sldMkLst>
      </pc:sldChg>
      <pc:sldChg chg="addSp delSp modSp new del mod">
        <pc:chgData name="Kindermann, Filip" userId="7529c165-3a94-4e7c-b4c5-3d6d6602473b" providerId="ADAL" clId="{FD7C784A-82A8-417B-881F-7FB9ACF7C9A9}" dt="2025-05-29T13:43:48.121" v="6581" actId="2696"/>
        <pc:sldMkLst>
          <pc:docMk/>
          <pc:sldMk cId="956511034" sldId="260"/>
        </pc:sldMkLst>
      </pc:sldChg>
      <pc:sldChg chg="add mod modShow">
        <pc:chgData name="Kindermann, Filip" userId="7529c165-3a94-4e7c-b4c5-3d6d6602473b" providerId="ADAL" clId="{FD7C784A-82A8-417B-881F-7FB9ACF7C9A9}" dt="2025-05-29T13:44:28.171" v="6591" actId="729"/>
        <pc:sldMkLst>
          <pc:docMk/>
          <pc:sldMk cId="3271598032" sldId="260"/>
        </pc:sldMkLst>
      </pc:sldChg>
      <pc:sldChg chg="add del mod modShow">
        <pc:chgData name="Kindermann, Filip" userId="7529c165-3a94-4e7c-b4c5-3d6d6602473b" providerId="ADAL" clId="{FD7C784A-82A8-417B-881F-7FB9ACF7C9A9}" dt="2025-05-29T13:44:17.397" v="6589"/>
        <pc:sldMkLst>
          <pc:docMk/>
          <pc:sldMk cId="4210196402" sldId="260"/>
        </pc:sldMkLst>
      </pc:sldChg>
      <pc:sldChg chg="addSp delSp modSp new del mod">
        <pc:chgData name="Kindermann, Filip" userId="7529c165-3a94-4e7c-b4c5-3d6d6602473b" providerId="ADAL" clId="{FD7C784A-82A8-417B-881F-7FB9ACF7C9A9}" dt="2025-05-29T13:43:48.121" v="6581" actId="2696"/>
        <pc:sldMkLst>
          <pc:docMk/>
          <pc:sldMk cId="1546913613" sldId="261"/>
        </pc:sldMkLst>
      </pc:sldChg>
      <pc:sldChg chg="add del mod modShow">
        <pc:chgData name="Kindermann, Filip" userId="7529c165-3a94-4e7c-b4c5-3d6d6602473b" providerId="ADAL" clId="{FD7C784A-82A8-417B-881F-7FB9ACF7C9A9}" dt="2025-05-29T13:44:17.397" v="6589"/>
        <pc:sldMkLst>
          <pc:docMk/>
          <pc:sldMk cId="2010653934" sldId="261"/>
        </pc:sldMkLst>
      </pc:sldChg>
      <pc:sldChg chg="add mod modShow">
        <pc:chgData name="Kindermann, Filip" userId="7529c165-3a94-4e7c-b4c5-3d6d6602473b" providerId="ADAL" clId="{FD7C784A-82A8-417B-881F-7FB9ACF7C9A9}" dt="2025-05-29T13:44:28.171" v="6591" actId="729"/>
        <pc:sldMkLst>
          <pc:docMk/>
          <pc:sldMk cId="3282435730" sldId="261"/>
        </pc:sldMkLst>
      </pc:sldChg>
      <pc:sldChg chg="addSp delSp modSp new del mod">
        <pc:chgData name="Kindermann, Filip" userId="7529c165-3a94-4e7c-b4c5-3d6d6602473b" providerId="ADAL" clId="{FD7C784A-82A8-417B-881F-7FB9ACF7C9A9}" dt="2025-05-29T13:43:48.121" v="6581" actId="2696"/>
        <pc:sldMkLst>
          <pc:docMk/>
          <pc:sldMk cId="2363715715" sldId="262"/>
        </pc:sldMkLst>
      </pc:sldChg>
      <pc:sldChg chg="modSp add del mod modShow">
        <pc:chgData name="Kindermann, Filip" userId="7529c165-3a94-4e7c-b4c5-3d6d6602473b" providerId="ADAL" clId="{FD7C784A-82A8-417B-881F-7FB9ACF7C9A9}" dt="2025-05-29T13:44:17.397" v="6589"/>
        <pc:sldMkLst>
          <pc:docMk/>
          <pc:sldMk cId="3082719120" sldId="262"/>
        </pc:sldMkLst>
      </pc:sldChg>
      <pc:sldChg chg="add mod modShow">
        <pc:chgData name="Kindermann, Filip" userId="7529c165-3a94-4e7c-b4c5-3d6d6602473b" providerId="ADAL" clId="{FD7C784A-82A8-417B-881F-7FB9ACF7C9A9}" dt="2025-05-29T13:44:28.171" v="6591" actId="729"/>
        <pc:sldMkLst>
          <pc:docMk/>
          <pc:sldMk cId="4193688538" sldId="262"/>
        </pc:sldMkLst>
      </pc:sldChg>
      <pc:sldChg chg="modSp add del mod modShow">
        <pc:chgData name="Kindermann, Filip" userId="7529c165-3a94-4e7c-b4c5-3d6d6602473b" providerId="ADAL" clId="{FD7C784A-82A8-417B-881F-7FB9ACF7C9A9}" dt="2025-05-29T13:44:17.397" v="6589"/>
        <pc:sldMkLst>
          <pc:docMk/>
          <pc:sldMk cId="841335984" sldId="263"/>
        </pc:sldMkLst>
      </pc:sldChg>
      <pc:sldChg chg="add mod modShow">
        <pc:chgData name="Kindermann, Filip" userId="7529c165-3a94-4e7c-b4c5-3d6d6602473b" providerId="ADAL" clId="{FD7C784A-82A8-417B-881F-7FB9ACF7C9A9}" dt="2025-05-29T13:44:28.171" v="6591" actId="729"/>
        <pc:sldMkLst>
          <pc:docMk/>
          <pc:sldMk cId="2625416705" sldId="263"/>
        </pc:sldMkLst>
      </pc:sldChg>
      <pc:sldChg chg="addSp delSp modSp new del mod">
        <pc:chgData name="Kindermann, Filip" userId="7529c165-3a94-4e7c-b4c5-3d6d6602473b" providerId="ADAL" clId="{FD7C784A-82A8-417B-881F-7FB9ACF7C9A9}" dt="2025-05-29T13:43:48.121" v="6581" actId="2696"/>
        <pc:sldMkLst>
          <pc:docMk/>
          <pc:sldMk cId="3702163651" sldId="263"/>
        </pc:sldMkLst>
      </pc:sldChg>
      <pc:sldChg chg="delSp modSp add mod delAnim">
        <pc:chgData name="Kindermann, Filip" userId="7529c165-3a94-4e7c-b4c5-3d6d6602473b" providerId="ADAL" clId="{FD7C784A-82A8-417B-881F-7FB9ACF7C9A9}" dt="2025-05-29T14:15:09.654" v="7060" actId="478"/>
        <pc:sldMkLst>
          <pc:docMk/>
          <pc:sldMk cId="1672210218" sldId="3453"/>
        </pc:sldMkLst>
      </pc:sldChg>
      <pc:sldChg chg="modSp add del mod">
        <pc:chgData name="Kindermann, Filip" userId="7529c165-3a94-4e7c-b4c5-3d6d6602473b" providerId="ADAL" clId="{FD7C784A-82A8-417B-881F-7FB9ACF7C9A9}" dt="2025-05-28T10:15:15.001" v="1191" actId="47"/>
        <pc:sldMkLst>
          <pc:docMk/>
          <pc:sldMk cId="835346350" sldId="3497"/>
        </pc:sldMkLst>
      </pc:sldChg>
      <pc:sldChg chg="addSp modSp new mod modClrScheme chgLayout">
        <pc:chgData name="Kindermann, Filip" userId="7529c165-3a94-4e7c-b4c5-3d6d6602473b" providerId="ADAL" clId="{FD7C784A-82A8-417B-881F-7FB9ACF7C9A9}" dt="2025-05-29T13:45:21.329" v="6596" actId="20577"/>
        <pc:sldMkLst>
          <pc:docMk/>
          <pc:sldMk cId="2842863952" sldId="3498"/>
        </pc:sldMkLst>
      </pc:sldChg>
      <pc:sldChg chg="addSp delSp modSp new mod modClrScheme chgLayout">
        <pc:chgData name="Kindermann, Filip" userId="7529c165-3a94-4e7c-b4c5-3d6d6602473b" providerId="ADAL" clId="{FD7C784A-82A8-417B-881F-7FB9ACF7C9A9}" dt="2025-05-29T13:46:26.204" v="6664" actId="20577"/>
        <pc:sldMkLst>
          <pc:docMk/>
          <pc:sldMk cId="1425541265" sldId="3500"/>
        </pc:sldMkLst>
      </pc:sldChg>
      <pc:sldChg chg="addSp modSp new mod">
        <pc:chgData name="Kindermann, Filip" userId="7529c165-3a94-4e7c-b4c5-3d6d6602473b" providerId="ADAL" clId="{FD7C784A-82A8-417B-881F-7FB9ACF7C9A9}" dt="2025-05-28T10:37:17.872" v="1532" actId="121"/>
        <pc:sldMkLst>
          <pc:docMk/>
          <pc:sldMk cId="1058532275" sldId="3501"/>
        </pc:sldMkLst>
      </pc:sldChg>
      <pc:sldChg chg="delSp modSp mod">
        <pc:chgData name="Kindermann, Filip" userId="7529c165-3a94-4e7c-b4c5-3d6d6602473b" providerId="ADAL" clId="{FD7C784A-82A8-417B-881F-7FB9ACF7C9A9}" dt="2025-05-29T14:13:01.433" v="7059" actId="478"/>
        <pc:sldMkLst>
          <pc:docMk/>
          <pc:sldMk cId="1443544784" sldId="3502"/>
        </pc:sldMkLst>
      </pc:sldChg>
      <pc:sldChg chg="addSp delSp modSp mod modClrScheme chgLayout">
        <pc:chgData name="Kindermann, Filip" userId="7529c165-3a94-4e7c-b4c5-3d6d6602473b" providerId="ADAL" clId="{FD7C784A-82A8-417B-881F-7FB9ACF7C9A9}" dt="2025-05-29T13:45:14.510" v="6595" actId="20577"/>
        <pc:sldMkLst>
          <pc:docMk/>
          <pc:sldMk cId="351932028" sldId="3506"/>
        </pc:sldMkLst>
      </pc:sldChg>
      <pc:sldChg chg="add mod modShow">
        <pc:chgData name="Kindermann, Filip" userId="7529c165-3a94-4e7c-b4c5-3d6d6602473b" providerId="ADAL" clId="{FD7C784A-82A8-417B-881F-7FB9ACF7C9A9}" dt="2025-05-29T12:04:55.369" v="6269" actId="729"/>
        <pc:sldMkLst>
          <pc:docMk/>
          <pc:sldMk cId="2818506982" sldId="3507"/>
        </pc:sldMkLst>
      </pc:sldChg>
      <pc:sldChg chg="addSp delSp modSp new del mod ord modClrScheme chgLayout">
        <pc:chgData name="Kindermann, Filip" userId="7529c165-3a94-4e7c-b4c5-3d6d6602473b" providerId="ADAL" clId="{FD7C784A-82A8-417B-881F-7FB9ACF7C9A9}" dt="2025-05-29T12:04:48.467" v="6267" actId="2696"/>
        <pc:sldMkLst>
          <pc:docMk/>
          <pc:sldMk cId="2823945380" sldId="3507"/>
        </pc:sldMkLst>
      </pc:sldChg>
      <pc:sldChg chg="modSp mod">
        <pc:chgData name="Kindermann, Filip" userId="7529c165-3a94-4e7c-b4c5-3d6d6602473b" providerId="ADAL" clId="{FD7C784A-82A8-417B-881F-7FB9ACF7C9A9}" dt="2025-05-29T01:54:15.262" v="5695" actId="1076"/>
        <pc:sldMkLst>
          <pc:docMk/>
          <pc:sldMk cId="2384739674" sldId="3508"/>
        </pc:sldMkLst>
      </pc:sldChg>
      <pc:sldChg chg="addSp delSp modSp add del mod ord">
        <pc:chgData name="Kindermann, Filip" userId="7529c165-3a94-4e7c-b4c5-3d6d6602473b" providerId="ADAL" clId="{FD7C784A-82A8-417B-881F-7FB9ACF7C9A9}" dt="2025-05-29T12:04:48.467" v="6267" actId="2696"/>
        <pc:sldMkLst>
          <pc:docMk/>
          <pc:sldMk cId="918588854" sldId="3509"/>
        </pc:sldMkLst>
      </pc:sldChg>
      <pc:sldChg chg="add mod modShow">
        <pc:chgData name="Kindermann, Filip" userId="7529c165-3a94-4e7c-b4c5-3d6d6602473b" providerId="ADAL" clId="{FD7C784A-82A8-417B-881F-7FB9ACF7C9A9}" dt="2025-05-29T12:04:55.369" v="6269" actId="729"/>
        <pc:sldMkLst>
          <pc:docMk/>
          <pc:sldMk cId="4122764776" sldId="3509"/>
        </pc:sldMkLst>
      </pc:sldChg>
      <pc:sldChg chg="addSp delSp modSp add mod">
        <pc:chgData name="Kindermann, Filip" userId="7529c165-3a94-4e7c-b4c5-3d6d6602473b" providerId="ADAL" clId="{FD7C784A-82A8-417B-881F-7FB9ACF7C9A9}" dt="2025-05-29T13:47:30.981" v="6784" actId="20577"/>
        <pc:sldMkLst>
          <pc:docMk/>
          <pc:sldMk cId="2405085911" sldId="3510"/>
        </pc:sldMkLst>
      </pc:sldChg>
      <pc:sldChg chg="addSp delSp modSp add mod">
        <pc:chgData name="Kindermann, Filip" userId="7529c165-3a94-4e7c-b4c5-3d6d6602473b" providerId="ADAL" clId="{FD7C784A-82A8-417B-881F-7FB9ACF7C9A9}" dt="2025-05-29T14:08:22.987" v="6921" actId="113"/>
        <pc:sldMkLst>
          <pc:docMk/>
          <pc:sldMk cId="2579045002" sldId="3511"/>
        </pc:sldMkLst>
      </pc:sldChg>
      <pc:sldChg chg="modSp mod">
        <pc:chgData name="Kindermann, Filip" userId="7529c165-3a94-4e7c-b4c5-3d6d6602473b" providerId="ADAL" clId="{FD7C784A-82A8-417B-881F-7FB9ACF7C9A9}" dt="2025-05-29T14:12:23.648" v="7057" actId="12789"/>
        <pc:sldMkLst>
          <pc:docMk/>
          <pc:sldMk cId="168517779" sldId="3513"/>
        </pc:sldMkLst>
      </pc:sldChg>
      <pc:sldChg chg="modSp mod">
        <pc:chgData name="Kindermann, Filip" userId="7529c165-3a94-4e7c-b4c5-3d6d6602473b" providerId="ADAL" clId="{FD7C784A-82A8-417B-881F-7FB9ACF7C9A9}" dt="2025-05-29T12:29:33.521" v="6404"/>
        <pc:sldMkLst>
          <pc:docMk/>
          <pc:sldMk cId="1521187184" sldId="3514"/>
        </pc:sldMkLst>
      </pc:sldChg>
      <pc:sldMasterChg chg="modSldLayout">
        <pc:chgData name="Kindermann, Filip" userId="7529c165-3a94-4e7c-b4c5-3d6d6602473b" providerId="ADAL" clId="{FD7C784A-82A8-417B-881F-7FB9ACF7C9A9}" dt="2025-05-29T12:35:39.199" v="6567" actId="2711"/>
        <pc:sldMasterMkLst>
          <pc:docMk/>
          <pc:sldMasterMk cId="1874261132" sldId="2147483660"/>
        </pc:sldMasterMkLst>
        <pc:sldLayoutChg chg="addSp delSp modSp mod">
          <pc:chgData name="Kindermann, Filip" userId="7529c165-3a94-4e7c-b4c5-3d6d6602473b" providerId="ADAL" clId="{FD7C784A-82A8-417B-881F-7FB9ACF7C9A9}" dt="2025-05-29T12:35:25.777" v="6565" actId="2711"/>
          <pc:sldLayoutMkLst>
            <pc:docMk/>
            <pc:sldMasterMk cId="1874261132" sldId="2147483660"/>
            <pc:sldLayoutMk cId="4143137159" sldId="2147483662"/>
          </pc:sldLayoutMkLst>
        </pc:sldLayoutChg>
        <pc:sldLayoutChg chg="addSp delSp modSp mod">
          <pc:chgData name="Kindermann, Filip" userId="7529c165-3a94-4e7c-b4c5-3d6d6602473b" providerId="ADAL" clId="{FD7C784A-82A8-417B-881F-7FB9ACF7C9A9}" dt="2025-05-29T12:35:32.632" v="6566" actId="2711"/>
          <pc:sldLayoutMkLst>
            <pc:docMk/>
            <pc:sldMasterMk cId="1874261132" sldId="2147483660"/>
            <pc:sldLayoutMk cId="942574668" sldId="2147483663"/>
          </pc:sldLayoutMkLst>
        </pc:sldLayoutChg>
        <pc:sldLayoutChg chg="addSp delSp modSp mod">
          <pc:chgData name="Kindermann, Filip" userId="7529c165-3a94-4e7c-b4c5-3d6d6602473b" providerId="ADAL" clId="{FD7C784A-82A8-417B-881F-7FB9ACF7C9A9}" dt="2025-05-29T12:35:39.199" v="6567" actId="2711"/>
          <pc:sldLayoutMkLst>
            <pc:docMk/>
            <pc:sldMasterMk cId="1874261132" sldId="2147483660"/>
            <pc:sldLayoutMk cId="1392367858" sldId="2147483664"/>
          </pc:sldLayoutMkLst>
        </pc:sldLayoutChg>
      </pc:sldMasterChg>
    </pc:docChg>
  </pc:docChgLst>
  <pc:docChgLst>
    <pc:chgData name="Leiter, Tristan Kilian" userId="aff616bd-4ba4-4d5a-a6ae-24fbc901fafd" providerId="ADAL" clId="{B28D4E2F-CF32-411A-A027-9BFCA21F4703}"/>
    <pc:docChg chg="undo custSel addSld delSld modSld sldOrd">
      <pc:chgData name="Leiter, Tristan Kilian" userId="aff616bd-4ba4-4d5a-a6ae-24fbc901fafd" providerId="ADAL" clId="{B28D4E2F-CF32-411A-A027-9BFCA21F4703}" dt="2025-05-29T13:53:47.120" v="20543" actId="20577"/>
      <pc:docMkLst>
        <pc:docMk/>
      </pc:docMkLst>
      <pc:sldChg chg="addSp delSp modSp mod ord">
        <pc:chgData name="Leiter, Tristan Kilian" userId="aff616bd-4ba4-4d5a-a6ae-24fbc901fafd" providerId="ADAL" clId="{B28D4E2F-CF32-411A-A027-9BFCA21F4703}" dt="2025-05-29T13:43:14.053" v="20527" actId="20577"/>
        <pc:sldMkLst>
          <pc:docMk/>
          <pc:sldMk cId="2842863952" sldId="3498"/>
        </pc:sldMkLst>
      </pc:sldChg>
      <pc:sldChg chg="addSp delSp modSp add del mod">
        <pc:chgData name="Leiter, Tristan Kilian" userId="aff616bd-4ba4-4d5a-a6ae-24fbc901fafd" providerId="ADAL" clId="{B28D4E2F-CF32-411A-A027-9BFCA21F4703}" dt="2025-05-28T18:00:36.096" v="13457" actId="47"/>
        <pc:sldMkLst>
          <pc:docMk/>
          <pc:sldMk cId="561871509" sldId="3499"/>
        </pc:sldMkLst>
      </pc:sldChg>
      <pc:sldChg chg="new del">
        <pc:chgData name="Leiter, Tristan Kilian" userId="aff616bd-4ba4-4d5a-a6ae-24fbc901fafd" providerId="ADAL" clId="{B28D4E2F-CF32-411A-A027-9BFCA21F4703}" dt="2025-05-28T08:56:54.821" v="1" actId="47"/>
        <pc:sldMkLst>
          <pc:docMk/>
          <pc:sldMk cId="614961892" sldId="3499"/>
        </pc:sldMkLst>
      </pc:sldChg>
      <pc:sldChg chg="mod ord modShow">
        <pc:chgData name="Leiter, Tristan Kilian" userId="aff616bd-4ba4-4d5a-a6ae-24fbc901fafd" providerId="ADAL" clId="{B28D4E2F-CF32-411A-A027-9BFCA21F4703}" dt="2025-05-29T09:31:38.794" v="15089"/>
        <pc:sldMkLst>
          <pc:docMk/>
          <pc:sldMk cId="1058532275" sldId="3501"/>
        </pc:sldMkLst>
      </pc:sldChg>
      <pc:sldChg chg="addSp modSp add mod ord">
        <pc:chgData name="Leiter, Tristan Kilian" userId="aff616bd-4ba4-4d5a-a6ae-24fbc901fafd" providerId="ADAL" clId="{B28D4E2F-CF32-411A-A027-9BFCA21F4703}" dt="2025-05-29T13:53:47.120" v="20543" actId="20577"/>
        <pc:sldMkLst>
          <pc:docMk/>
          <pc:sldMk cId="1443544784" sldId="3502"/>
        </pc:sldMkLst>
      </pc:sldChg>
      <pc:sldChg chg="addSp delSp modSp add del mod">
        <pc:chgData name="Leiter, Tristan Kilian" userId="aff616bd-4ba4-4d5a-a6ae-24fbc901fafd" providerId="ADAL" clId="{B28D4E2F-CF32-411A-A027-9BFCA21F4703}" dt="2025-05-28T13:31:05.041" v="7730" actId="47"/>
        <pc:sldMkLst>
          <pc:docMk/>
          <pc:sldMk cId="1750026801" sldId="3503"/>
        </pc:sldMkLst>
      </pc:sldChg>
      <pc:sldChg chg="addSp delSp modSp add del mod ord modShow">
        <pc:chgData name="Leiter, Tristan Kilian" userId="aff616bd-4ba4-4d5a-a6ae-24fbc901fafd" providerId="ADAL" clId="{B28D4E2F-CF32-411A-A027-9BFCA21F4703}" dt="2025-05-29T12:01:23.144" v="17555" actId="47"/>
        <pc:sldMkLst>
          <pc:docMk/>
          <pc:sldMk cId="1314274823" sldId="3504"/>
        </pc:sldMkLst>
      </pc:sldChg>
      <pc:sldChg chg="addSp delSp modSp add del mod">
        <pc:chgData name="Leiter, Tristan Kilian" userId="aff616bd-4ba4-4d5a-a6ae-24fbc901fafd" providerId="ADAL" clId="{B28D4E2F-CF32-411A-A027-9BFCA21F4703}" dt="2025-05-28T13:41:58.013" v="8168" actId="47"/>
        <pc:sldMkLst>
          <pc:docMk/>
          <pc:sldMk cId="383883900" sldId="3505"/>
        </pc:sldMkLst>
      </pc:sldChg>
      <pc:sldChg chg="addSp delSp modSp add mod">
        <pc:chgData name="Leiter, Tristan Kilian" userId="aff616bd-4ba4-4d5a-a6ae-24fbc901fafd" providerId="ADAL" clId="{B28D4E2F-CF32-411A-A027-9BFCA21F4703}" dt="2025-05-29T13:34:07.060" v="20394" actId="20577"/>
        <pc:sldMkLst>
          <pc:docMk/>
          <pc:sldMk cId="351932028" sldId="3506"/>
        </pc:sldMkLst>
      </pc:sldChg>
      <pc:sldChg chg="addSp delSp modSp add mod ord modShow">
        <pc:chgData name="Leiter, Tristan Kilian" userId="aff616bd-4ba4-4d5a-a6ae-24fbc901fafd" providerId="ADAL" clId="{B28D4E2F-CF32-411A-A027-9BFCA21F4703}" dt="2025-05-29T09:31:33.544" v="15086"/>
        <pc:sldMkLst>
          <pc:docMk/>
          <pc:sldMk cId="2384739674" sldId="3508"/>
        </pc:sldMkLst>
      </pc:sldChg>
      <pc:sldChg chg="modSp mod">
        <pc:chgData name="Leiter, Tristan Kilian" userId="aff616bd-4ba4-4d5a-a6ae-24fbc901fafd" providerId="ADAL" clId="{B28D4E2F-CF32-411A-A027-9BFCA21F4703}" dt="2025-05-29T12:46:37.333" v="20352" actId="113"/>
        <pc:sldMkLst>
          <pc:docMk/>
          <pc:sldMk cId="2579045002" sldId="3511"/>
        </pc:sldMkLst>
      </pc:sldChg>
      <pc:sldChg chg="add del">
        <pc:chgData name="Leiter, Tristan Kilian" userId="aff616bd-4ba4-4d5a-a6ae-24fbc901fafd" providerId="ADAL" clId="{B28D4E2F-CF32-411A-A027-9BFCA21F4703}" dt="2025-05-29T11:44:29.812" v="17248" actId="47"/>
        <pc:sldMkLst>
          <pc:docMk/>
          <pc:sldMk cId="2329874404" sldId="3512"/>
        </pc:sldMkLst>
      </pc:sldChg>
      <pc:sldChg chg="addSp delSp modSp add mod">
        <pc:chgData name="Leiter, Tristan Kilian" userId="aff616bd-4ba4-4d5a-a6ae-24fbc901fafd" providerId="ADAL" clId="{B28D4E2F-CF32-411A-A027-9BFCA21F4703}" dt="2025-05-29T13:39:06.571" v="20521" actId="20577"/>
        <pc:sldMkLst>
          <pc:docMk/>
          <pc:sldMk cId="168517779" sldId="3513"/>
        </pc:sldMkLst>
      </pc:sldChg>
      <pc:sldChg chg="add mod ord modShow">
        <pc:chgData name="Leiter, Tristan Kilian" userId="aff616bd-4ba4-4d5a-a6ae-24fbc901fafd" providerId="ADAL" clId="{B28D4E2F-CF32-411A-A027-9BFCA21F4703}" dt="2025-05-29T12:37:58.980" v="20329"/>
        <pc:sldMkLst>
          <pc:docMk/>
          <pc:sldMk cId="1521187184" sldId="351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FA0AB4-01FF-448F-B84B-891E58012358}" type="datetimeFigureOut">
              <a:rPr lang="de-CH" smtClean="0"/>
              <a:t>16.11.2025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F72F3E-7E2F-46C4-A1D3-F71C3D5CB6D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11260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3B1D7-79F0-40D6-A314-F8CC7725E1AF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55112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3669D-ADFE-7735-0691-931AF428DE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90A9B7-7172-C924-8A3D-758732C05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AD3F3-DE50-5911-86A6-9E26C62DD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5BE43-D62B-18CC-8E30-F3F9F1A86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1162A-5C9D-E81A-EC28-7E2BD0527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6104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940D5-886F-0ABA-6EF3-D5A28458A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852DC-98C6-725A-8DDA-8A52DC400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B94C8-6263-B683-4F5D-56591822F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D4C1D-C268-A224-3A9A-25A0DD5D9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086E2-2E82-68B8-D299-8400DC661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2371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45289-8171-5245-9A65-FF72DF4F1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41F75-9BD4-0EC0-08CD-6C1922D98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4B820-7F78-335C-5A50-4ADEE4521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61D7E-D4A0-E861-ACB6-4AF9D0523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47C9C-877D-07A2-4C4C-93E69F8D0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769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42C13-F3F4-9F44-25E4-895A1101E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7E282-5E7A-DDB3-E860-4710B1692B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C32ECB-21F3-47EB-FE32-3B3EBFADA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B5B98D-90CA-DA09-F671-04700281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4596ED-589A-A3C9-D89F-770E27F55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E619EE-E0E3-5CF8-EE77-E8F2393F8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6955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00E8E-A3F5-7F1A-F626-8555EE4B9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D47EA-52BF-219B-CE3A-D13408BDF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E0CCDA-D778-D830-D4C7-6FE54B7F1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DB6E22-4870-DEEA-2206-C3EDD07323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900B8A-1832-5ED7-BDCE-37CC53EEFE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38B3BD-C54C-96DB-8671-2E7B267D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7CEE39-60FB-6427-85B8-E6BDB8704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44916F-98D5-E3B0-0976-078091C1A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7533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C7FDD-0945-FBAD-5CE2-C93FE2BD6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7EA6B9-09A5-3D99-A9F8-01AEA269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F191B8-FB61-53D7-BD9E-F2AB64874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9B6444-E4E8-E9A0-F752-E4D555118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901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C0AF05-077D-CF1A-A92F-A3D250CBB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7E17B5-54BA-90EB-6CB1-21045E5F8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765A0-55E5-936B-CE63-535844F82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50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31575-526A-480E-0430-5FB86790A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2B6D3-6555-8024-0BC5-8366E3776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0DBBE0-A9B8-1E7C-B2E5-B3DC526F6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234CE7-27E2-BAD5-4AFA-997B1BC1A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2618A8-0727-9851-23B2-5B1358F67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31A45-780D-F612-7893-B599C1FAE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5405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DD119-9F36-A132-616B-F959C585F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075CA9-FB26-5967-1860-1C470016D2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D54FDF-D2FD-BBC8-1F3D-F79292354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81BA11-66BE-4595-06EE-0FDDD7E72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335D5D-941A-EEF2-6E7E-00BB685C1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A15A0A-7912-EA4D-7311-1A73871E2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9912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8CE0F-D886-0B31-F415-5FAD5A671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75D767-1F3C-E7DF-745C-20D32F0ED5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B71B9-FBAA-76CE-DC59-51AACA701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7CE56-D87E-F422-7588-8E9E4D671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7DCBB-A573-9392-65BA-A5A593018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2401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F0DCB4-789F-480D-73AC-C64410E867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2D85C-AAB7-9903-F74F-9AEE092503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3CA6A-B66A-3143-1C78-122D4BF4F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38E5F-D548-AB3A-CB57-BA4A792FF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38072-A57A-8FF3-041E-F85A5D3C1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6150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6345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E8838DC-06E1-1153-A30E-90E0EDBD3F5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26109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E8838DC-06E1-1153-A30E-90E0EDBD3F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Szöveg helye 2">
            <a:extLst>
              <a:ext uri="{FF2B5EF4-FFF2-40B4-BE49-F238E27FC236}">
                <a16:creationId xmlns:a16="http://schemas.microsoft.com/office/drawing/2014/main" id="{C0D3D432-2E44-C142-ABD2-BDF76D6F55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6196" y="0"/>
            <a:ext cx="11500842" cy="441417"/>
          </a:xfrm>
          <a:prstGeom prst="rect">
            <a:avLst/>
          </a:prstGeom>
        </p:spPr>
        <p:txBody>
          <a:bodyPr anchor="b"/>
          <a:lstStyle>
            <a:lvl1pPr marL="0" indent="0" rtl="0">
              <a:buNone/>
              <a:defRPr lang="en-GB"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noProof="0"/>
              <a:t>Task #</a:t>
            </a:r>
          </a:p>
        </p:txBody>
      </p:sp>
      <p:sp>
        <p:nvSpPr>
          <p:cNvPr id="14" name="Szövegdoboz 8">
            <a:extLst>
              <a:ext uri="{FF2B5EF4-FFF2-40B4-BE49-F238E27FC236}">
                <a16:creationId xmlns:a16="http://schemas.microsoft.com/office/drawing/2014/main" id="{56AF44A3-836A-442E-9C39-2A2D1905E9D4}"/>
              </a:ext>
            </a:extLst>
          </p:cNvPr>
          <p:cNvSpPr txBox="1"/>
          <p:nvPr userDrawn="1"/>
        </p:nvSpPr>
        <p:spPr>
          <a:xfrm>
            <a:off x="11422380" y="6527435"/>
            <a:ext cx="617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fld id="{3C193CD2-EB5E-4946-8C5C-F7B26690B716}" type="slidenum">
              <a:rPr lang="en-US" sz="1200" b="1" noProof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rtl="0"/>
              <a:t>‹Nr.›</a:t>
            </a:fld>
            <a:endParaRPr lang="en-US" sz="1200" b="1" noProof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9BD26A1-A1DC-3B3B-A16C-63F012E852F5}"/>
              </a:ext>
            </a:extLst>
          </p:cNvPr>
          <p:cNvGrpSpPr/>
          <p:nvPr userDrawn="1"/>
        </p:nvGrpSpPr>
        <p:grpSpPr>
          <a:xfrm>
            <a:off x="3832690" y="6660137"/>
            <a:ext cx="4526620" cy="184666"/>
            <a:chOff x="2469380" y="6660137"/>
            <a:chExt cx="4526620" cy="184666"/>
          </a:xfrm>
        </p:grpSpPr>
        <p:sp>
          <p:nvSpPr>
            <p:cNvPr id="11" name="Szövegdoboz 26">
              <a:extLst>
                <a:ext uri="{FF2B5EF4-FFF2-40B4-BE49-F238E27FC236}">
                  <a16:creationId xmlns:a16="http://schemas.microsoft.com/office/drawing/2014/main" id="{EF80BD1A-C0FB-F24D-B091-6018B1D353EA}"/>
                </a:ext>
              </a:extLst>
            </p:cNvPr>
            <p:cNvSpPr txBox="1"/>
            <p:nvPr userDrawn="1"/>
          </p:nvSpPr>
          <p:spPr>
            <a:xfrm>
              <a:off x="2469380" y="6660137"/>
              <a:ext cx="18000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hu-HU"/>
              </a:defPPr>
              <a:lvl1pPr lvl="0" algn="ctr">
                <a:defRPr sz="1000" b="0" i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  <a:ea typeface="Helvetica Neue Light" panose="02000403000000020004" pitchFamily="2" charset="0"/>
                  <a:cs typeface="Helvetica Neue" panose="02000503000000020004" pitchFamily="2" charset="0"/>
                </a:defRPr>
              </a:lvl1pPr>
            </a:lstStyle>
            <a:p>
              <a:pPr lvl="0" rtl="0"/>
              <a:r>
                <a:rPr lang="en-US" sz="1200" b="1" noProof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Part I</a:t>
              </a:r>
            </a:p>
          </p:txBody>
        </p:sp>
        <p:sp>
          <p:nvSpPr>
            <p:cNvPr id="15" name="Szövegdoboz 27">
              <a:extLst>
                <a:ext uri="{FF2B5EF4-FFF2-40B4-BE49-F238E27FC236}">
                  <a16:creationId xmlns:a16="http://schemas.microsoft.com/office/drawing/2014/main" id="{9136C9A5-23D2-2D4E-BC8E-4F7A96AE0BFA}"/>
                </a:ext>
              </a:extLst>
            </p:cNvPr>
            <p:cNvSpPr txBox="1"/>
            <p:nvPr userDrawn="1"/>
          </p:nvSpPr>
          <p:spPr>
            <a:xfrm>
              <a:off x="5196000" y="6660137"/>
              <a:ext cx="18000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hu-HU"/>
              </a:defPPr>
              <a:lvl1pPr lvl="0" algn="ctr">
                <a:defRPr sz="1000" b="0" i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  <a:ea typeface="Helvetica Neue Light" panose="02000403000000020004" pitchFamily="2" charset="0"/>
                  <a:cs typeface="Helvetica Neue" panose="02000503000000020004" pitchFamily="2" charset="0"/>
                </a:defRPr>
              </a:lvl1pPr>
            </a:lstStyle>
            <a:p>
              <a:pPr lvl="0" rtl="0"/>
              <a:r>
                <a:rPr lang="en-US" sz="12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Part II</a:t>
              </a:r>
            </a:p>
          </p:txBody>
        </p: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FE044F8-DED4-4949-A15C-64DB9ECF6E05}"/>
              </a:ext>
            </a:extLst>
          </p:cNvPr>
          <p:cNvCxnSpPr>
            <a:cxnSpLocks/>
          </p:cNvCxnSpPr>
          <p:nvPr userDrawn="1"/>
        </p:nvCxnSpPr>
        <p:spPr>
          <a:xfrm>
            <a:off x="0" y="805070"/>
            <a:ext cx="120396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zöveg helye 2">
            <a:extLst>
              <a:ext uri="{FF2B5EF4-FFF2-40B4-BE49-F238E27FC236}">
                <a16:creationId xmlns:a16="http://schemas.microsoft.com/office/drawing/2014/main" id="{39E1E35D-4142-2B59-D9FE-8988D0ECEB2E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56196" y="487020"/>
            <a:ext cx="11500842" cy="288233"/>
          </a:xfrm>
          <a:prstGeom prst="rect">
            <a:avLst/>
          </a:prstGeom>
        </p:spPr>
        <p:txBody>
          <a:bodyPr anchor="ctr"/>
          <a:lstStyle>
            <a:lvl1pPr marL="0" indent="0" rtl="0">
              <a:buNone/>
              <a:defRPr lang="en-GB" sz="160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noProof="0"/>
              <a:t>Part of the task</a:t>
            </a:r>
          </a:p>
        </p:txBody>
      </p:sp>
    </p:spTree>
    <p:extLst>
      <p:ext uri="{BB962C8B-B14F-4D97-AF65-F5344CB8AC3E}">
        <p14:creationId xmlns:p14="http://schemas.microsoft.com/office/powerpoint/2010/main" val="4143137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 userDrawn="1">
          <p15:clr>
            <a:srgbClr val="FBAE40"/>
          </p15:clr>
        </p15:guide>
        <p15:guide id="2" pos="7469" userDrawn="1">
          <p15:clr>
            <a:srgbClr val="FBAE40"/>
          </p15:clr>
        </p15:guide>
        <p15:guide id="3" orient="horz" pos="686" userDrawn="1">
          <p15:clr>
            <a:srgbClr val="FBAE40"/>
          </p15:clr>
        </p15:guide>
        <p15:guide id="4" orient="horz" pos="4088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doboz 8">
            <a:extLst>
              <a:ext uri="{FF2B5EF4-FFF2-40B4-BE49-F238E27FC236}">
                <a16:creationId xmlns:a16="http://schemas.microsoft.com/office/drawing/2014/main" id="{604D47B1-A550-D6AA-A1FA-FFF77E4C3700}"/>
              </a:ext>
            </a:extLst>
          </p:cNvPr>
          <p:cNvSpPr txBox="1"/>
          <p:nvPr userDrawn="1"/>
        </p:nvSpPr>
        <p:spPr>
          <a:xfrm>
            <a:off x="11422380" y="6527435"/>
            <a:ext cx="617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fld id="{3C193CD2-EB5E-4946-8C5C-F7B26690B716}" type="slidenum">
              <a:rPr lang="en-US" sz="1200" b="1" noProof="0" smtClean="0">
                <a:solidFill>
                  <a:schemeClr val="bg1">
                    <a:lumMod val="65000"/>
                  </a:schemeClr>
                </a:solidFill>
                <a:latin typeface="Google Sans Text"/>
              </a:rPr>
              <a:pPr algn="r" rtl="0"/>
              <a:t>‹Nr.›</a:t>
            </a:fld>
            <a:endParaRPr lang="en-US" sz="1200" b="1" noProof="0">
              <a:solidFill>
                <a:schemeClr val="bg1">
                  <a:lumMod val="65000"/>
                </a:schemeClr>
              </a:solidFill>
              <a:latin typeface="Google Sans Text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44D79FC-A29E-1949-EF26-E9AFB5F888B0}"/>
              </a:ext>
            </a:extLst>
          </p:cNvPr>
          <p:cNvCxnSpPr>
            <a:cxnSpLocks/>
          </p:cNvCxnSpPr>
          <p:nvPr userDrawn="1"/>
        </p:nvCxnSpPr>
        <p:spPr>
          <a:xfrm>
            <a:off x="0" y="805070"/>
            <a:ext cx="120396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zöveg helye 2">
            <a:extLst>
              <a:ext uri="{FF2B5EF4-FFF2-40B4-BE49-F238E27FC236}">
                <a16:creationId xmlns:a16="http://schemas.microsoft.com/office/drawing/2014/main" id="{2AA14151-8C29-EAF8-D6B2-B684FB6EB6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6196" y="487020"/>
            <a:ext cx="11066184" cy="288233"/>
          </a:xfrm>
          <a:prstGeom prst="rect">
            <a:avLst/>
          </a:prstGeom>
        </p:spPr>
        <p:txBody>
          <a:bodyPr anchor="ctr"/>
          <a:lstStyle>
            <a:lvl1pPr marL="0" indent="0" rtl="0">
              <a:buNone/>
              <a:defRPr lang="en-GB" sz="1600" i="1">
                <a:latin typeface="Google Sans Text"/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noProof="0"/>
              <a:t>Part of the task</a:t>
            </a:r>
          </a:p>
        </p:txBody>
      </p:sp>
      <p:sp>
        <p:nvSpPr>
          <p:cNvPr id="17" name="Szöveg helye 2">
            <a:extLst>
              <a:ext uri="{FF2B5EF4-FFF2-40B4-BE49-F238E27FC236}">
                <a16:creationId xmlns:a16="http://schemas.microsoft.com/office/drawing/2014/main" id="{EE485DBB-5909-FBC4-6988-396C1C8C70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6196" y="0"/>
            <a:ext cx="11066184" cy="441417"/>
          </a:xfrm>
          <a:prstGeom prst="rect">
            <a:avLst/>
          </a:prstGeom>
        </p:spPr>
        <p:txBody>
          <a:bodyPr anchor="b"/>
          <a:lstStyle>
            <a:lvl1pPr marL="0" indent="0" rtl="0">
              <a:buNone/>
              <a:defRPr lang="en-GB" sz="1800" b="1">
                <a:latin typeface="Google Sans Text"/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noProof="0"/>
              <a:t>Task #</a:t>
            </a:r>
          </a:p>
        </p:txBody>
      </p:sp>
      <p:sp>
        <p:nvSpPr>
          <p:cNvPr id="3" name="Szövegdoboz 26">
            <a:extLst>
              <a:ext uri="{FF2B5EF4-FFF2-40B4-BE49-F238E27FC236}">
                <a16:creationId xmlns:a16="http://schemas.microsoft.com/office/drawing/2014/main" id="{1944F324-1AE1-F858-F92C-9D9F8CB8652C}"/>
              </a:ext>
            </a:extLst>
          </p:cNvPr>
          <p:cNvSpPr txBox="1"/>
          <p:nvPr userDrawn="1"/>
        </p:nvSpPr>
        <p:spPr>
          <a:xfrm>
            <a:off x="3832690" y="6660137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lvl="0" algn="ct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 dirty="0"/>
              <a:t>Part I</a:t>
            </a:r>
          </a:p>
        </p:txBody>
      </p:sp>
      <p:sp>
        <p:nvSpPr>
          <p:cNvPr id="5" name="Szövegdoboz 27">
            <a:extLst>
              <a:ext uri="{FF2B5EF4-FFF2-40B4-BE49-F238E27FC236}">
                <a16:creationId xmlns:a16="http://schemas.microsoft.com/office/drawing/2014/main" id="{7DF6119B-A12E-0DE5-AECE-997B875F90ED}"/>
              </a:ext>
            </a:extLst>
          </p:cNvPr>
          <p:cNvSpPr txBox="1"/>
          <p:nvPr userDrawn="1"/>
        </p:nvSpPr>
        <p:spPr>
          <a:xfrm>
            <a:off x="6559310" y="6660137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lvl="0" algn="ctr">
              <a:defRPr sz="1200" b="1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 dirty="0"/>
              <a:t>Part II</a:t>
            </a:r>
          </a:p>
        </p:txBody>
      </p:sp>
    </p:spTree>
    <p:extLst>
      <p:ext uri="{BB962C8B-B14F-4D97-AF65-F5344CB8AC3E}">
        <p14:creationId xmlns:p14="http://schemas.microsoft.com/office/powerpoint/2010/main" val="9425746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zöveg helye 2">
            <a:extLst>
              <a:ext uri="{FF2B5EF4-FFF2-40B4-BE49-F238E27FC236}">
                <a16:creationId xmlns:a16="http://schemas.microsoft.com/office/drawing/2014/main" id="{2BA0F894-510A-2543-B1A7-98275DFCF5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3374" y="247650"/>
            <a:ext cx="10732809" cy="44141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/>
            </a:lvl1pPr>
          </a:lstStyle>
          <a:p>
            <a:r>
              <a:rPr lang="en-GB"/>
              <a:t>Action title</a:t>
            </a:r>
          </a:p>
        </p:txBody>
      </p:sp>
      <p:sp>
        <p:nvSpPr>
          <p:cNvPr id="10" name="Szövegdoboz 8">
            <a:extLst>
              <a:ext uri="{FF2B5EF4-FFF2-40B4-BE49-F238E27FC236}">
                <a16:creationId xmlns:a16="http://schemas.microsoft.com/office/drawing/2014/main" id="{551254BD-9D4B-4EAA-BFB7-83C3B9F7B478}"/>
              </a:ext>
            </a:extLst>
          </p:cNvPr>
          <p:cNvSpPr txBox="1"/>
          <p:nvPr userDrawn="1"/>
        </p:nvSpPr>
        <p:spPr>
          <a:xfrm>
            <a:off x="11422380" y="6517910"/>
            <a:ext cx="617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3C193CD2-EB5E-4946-8C5C-F7B26690B716}" type="slidenum">
              <a:rPr lang="hu-HU" sz="1200" b="1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pPr algn="r"/>
              <a:t>‹Nr.›</a:t>
            </a:fld>
            <a:endParaRPr lang="hu-HU" sz="1200" b="1">
              <a:solidFill>
                <a:schemeClr val="bg1">
                  <a:lumMod val="65000"/>
                </a:schemeClr>
              </a:solidFill>
              <a:latin typeface="+mj-lt"/>
            </a:endParaRPr>
          </a:p>
        </p:txBody>
      </p:sp>
      <p:sp>
        <p:nvSpPr>
          <p:cNvPr id="13" name="Szövegdoboz 42">
            <a:extLst>
              <a:ext uri="{FF2B5EF4-FFF2-40B4-BE49-F238E27FC236}">
                <a16:creationId xmlns:a16="http://schemas.microsoft.com/office/drawing/2014/main" id="{2B860BE1-D143-4AF3-B08E-A973B4622C82}"/>
              </a:ext>
            </a:extLst>
          </p:cNvPr>
          <p:cNvSpPr txBox="1"/>
          <p:nvPr userDrawn="1"/>
        </p:nvSpPr>
        <p:spPr>
          <a:xfrm>
            <a:off x="5449824" y="6656620"/>
            <a:ext cx="1292352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 b="1">
                <a:solidFill>
                  <a:schemeClr val="tx1"/>
                </a:solidFill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9447053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readcrumbs">
  <p:cSld name="Title, Breadcrumbs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5"/>
          <p:cNvSpPr txBox="1">
            <a:spLocks noGrp="1"/>
          </p:cNvSpPr>
          <p:nvPr>
            <p:ph type="title"/>
          </p:nvPr>
        </p:nvSpPr>
        <p:spPr>
          <a:xfrm>
            <a:off x="914400" y="694944"/>
            <a:ext cx="10363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  <a:defRPr sz="3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5"/>
          <p:cNvSpPr txBox="1">
            <a:spLocks noGrp="1"/>
          </p:cNvSpPr>
          <p:nvPr>
            <p:ph type="body" idx="1"/>
          </p:nvPr>
        </p:nvSpPr>
        <p:spPr>
          <a:xfrm>
            <a:off x="914971" y="466344"/>
            <a:ext cx="3355848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accent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71928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zöveg helye 2">
            <a:extLst>
              <a:ext uri="{FF2B5EF4-FFF2-40B4-BE49-F238E27FC236}">
                <a16:creationId xmlns:a16="http://schemas.microsoft.com/office/drawing/2014/main" id="{C0D3D432-2E44-C142-ABD2-BDF76D6F55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1066184" cy="44141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GB" sz="1800" b="1"/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hu-HU" err="1"/>
              <a:t>Task</a:t>
            </a:r>
            <a:r>
              <a:rPr lang="hu-HU"/>
              <a:t> #</a:t>
            </a:r>
            <a:endParaRPr lang="en-GB"/>
          </a:p>
        </p:txBody>
      </p:sp>
      <p:sp>
        <p:nvSpPr>
          <p:cNvPr id="14" name="Szövegdoboz 8">
            <a:extLst>
              <a:ext uri="{FF2B5EF4-FFF2-40B4-BE49-F238E27FC236}">
                <a16:creationId xmlns:a16="http://schemas.microsoft.com/office/drawing/2014/main" id="{56AF44A3-836A-442E-9C39-2A2D1905E9D4}"/>
              </a:ext>
            </a:extLst>
          </p:cNvPr>
          <p:cNvSpPr txBox="1"/>
          <p:nvPr userDrawn="1"/>
        </p:nvSpPr>
        <p:spPr>
          <a:xfrm>
            <a:off x="11422380" y="6527435"/>
            <a:ext cx="617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3C193CD2-EB5E-4946-8C5C-F7B26690B716}" type="slidenum">
              <a:rPr lang="hu-HU" sz="1200" b="1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pPr algn="r"/>
              <a:t>‹Nr.›</a:t>
            </a:fld>
            <a:endParaRPr lang="hu-HU" sz="1200" b="1">
              <a:solidFill>
                <a:schemeClr val="bg1">
                  <a:lumMod val="65000"/>
                </a:schemeClr>
              </a:solidFill>
              <a:latin typeface="+mj-lt"/>
            </a:endParaRPr>
          </a:p>
        </p:txBody>
      </p:sp>
      <p:sp>
        <p:nvSpPr>
          <p:cNvPr id="5" name="Szöveg helye 2">
            <a:extLst>
              <a:ext uri="{FF2B5EF4-FFF2-40B4-BE49-F238E27FC236}">
                <a16:creationId xmlns:a16="http://schemas.microsoft.com/office/drawing/2014/main" id="{39E1E35D-4142-2B59-D9FE-8988D0ECEB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487020"/>
            <a:ext cx="11066184" cy="28823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GB" sz="1600" i="1"/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hu-HU"/>
              <a:t>Part of </a:t>
            </a:r>
            <a:r>
              <a:rPr lang="hu-HU" err="1"/>
              <a:t>the</a:t>
            </a:r>
            <a:r>
              <a:rPr lang="hu-HU"/>
              <a:t> </a:t>
            </a:r>
            <a:r>
              <a:rPr lang="hu-HU" err="1"/>
              <a:t>task</a:t>
            </a:r>
            <a:endParaRPr lang="en-GB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A8EA54E-851B-D85A-C5B0-5F3D1687FE7B}"/>
              </a:ext>
            </a:extLst>
          </p:cNvPr>
          <p:cNvCxnSpPr>
            <a:cxnSpLocks/>
          </p:cNvCxnSpPr>
          <p:nvPr userDrawn="1"/>
        </p:nvCxnSpPr>
        <p:spPr>
          <a:xfrm>
            <a:off x="0" y="805070"/>
            <a:ext cx="120396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zövegdoboz 42">
            <a:extLst>
              <a:ext uri="{FF2B5EF4-FFF2-40B4-BE49-F238E27FC236}">
                <a16:creationId xmlns:a16="http://schemas.microsoft.com/office/drawing/2014/main" id="{271812C1-2B0E-68E4-69E7-F58AF4056757}"/>
              </a:ext>
            </a:extLst>
          </p:cNvPr>
          <p:cNvSpPr txBox="1"/>
          <p:nvPr userDrawn="1"/>
        </p:nvSpPr>
        <p:spPr>
          <a:xfrm>
            <a:off x="9366881" y="6660137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200" b="1" i="0"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/>
              <a:t>Task </a:t>
            </a:r>
            <a:r>
              <a:rPr lang="ru-RU"/>
              <a:t>10</a:t>
            </a:r>
            <a:endParaRPr lang="hu-HU"/>
          </a:p>
        </p:txBody>
      </p:sp>
      <p:sp>
        <p:nvSpPr>
          <p:cNvPr id="4" name="Szövegdoboz 26">
            <a:extLst>
              <a:ext uri="{FF2B5EF4-FFF2-40B4-BE49-F238E27FC236}">
                <a16:creationId xmlns:a16="http://schemas.microsoft.com/office/drawing/2014/main" id="{726037C4-ED34-C080-5F82-107EE9BFD571}"/>
              </a:ext>
            </a:extLst>
          </p:cNvPr>
          <p:cNvSpPr txBox="1"/>
          <p:nvPr userDrawn="1"/>
        </p:nvSpPr>
        <p:spPr>
          <a:xfrm>
            <a:off x="1406487" y="6660137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/>
              <a:t>Task </a:t>
            </a:r>
            <a:r>
              <a:rPr lang="ru-RU"/>
              <a:t>6</a:t>
            </a:r>
            <a:endParaRPr lang="hu-HU"/>
          </a:p>
        </p:txBody>
      </p:sp>
      <p:sp>
        <p:nvSpPr>
          <p:cNvPr id="6" name="Szövegdoboz 27">
            <a:extLst>
              <a:ext uri="{FF2B5EF4-FFF2-40B4-BE49-F238E27FC236}">
                <a16:creationId xmlns:a16="http://schemas.microsoft.com/office/drawing/2014/main" id="{5680B71B-F187-C1B4-66F1-B0174FD162ED}"/>
              </a:ext>
            </a:extLst>
          </p:cNvPr>
          <p:cNvSpPr txBox="1"/>
          <p:nvPr userDrawn="1"/>
        </p:nvSpPr>
        <p:spPr>
          <a:xfrm>
            <a:off x="3396585" y="6660137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 sz="1200"/>
              <a:t>Task </a:t>
            </a:r>
            <a:r>
              <a:rPr lang="ru-RU" sz="1200"/>
              <a:t>7</a:t>
            </a:r>
            <a:endParaRPr lang="en-US" sz="1200"/>
          </a:p>
        </p:txBody>
      </p:sp>
      <p:sp>
        <p:nvSpPr>
          <p:cNvPr id="7" name="Szövegdoboz 42">
            <a:extLst>
              <a:ext uri="{FF2B5EF4-FFF2-40B4-BE49-F238E27FC236}">
                <a16:creationId xmlns:a16="http://schemas.microsoft.com/office/drawing/2014/main" id="{393A6458-771F-ED72-BB4D-5D5F8E82E711}"/>
              </a:ext>
            </a:extLst>
          </p:cNvPr>
          <p:cNvSpPr txBox="1"/>
          <p:nvPr userDrawn="1"/>
        </p:nvSpPr>
        <p:spPr>
          <a:xfrm>
            <a:off x="7376781" y="6660137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/>
              <a:t>Task </a:t>
            </a:r>
            <a:r>
              <a:rPr lang="ru-RU"/>
              <a:t>9</a:t>
            </a:r>
            <a:endParaRPr lang="hu-HU"/>
          </a:p>
        </p:txBody>
      </p:sp>
      <p:sp>
        <p:nvSpPr>
          <p:cNvPr id="8" name="Szövegdoboz 27">
            <a:extLst>
              <a:ext uri="{FF2B5EF4-FFF2-40B4-BE49-F238E27FC236}">
                <a16:creationId xmlns:a16="http://schemas.microsoft.com/office/drawing/2014/main" id="{C0C5095E-2980-F991-CC4E-26D2614828E7}"/>
              </a:ext>
            </a:extLst>
          </p:cNvPr>
          <p:cNvSpPr txBox="1"/>
          <p:nvPr userDrawn="1"/>
        </p:nvSpPr>
        <p:spPr>
          <a:xfrm>
            <a:off x="5386683" y="6660137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 sz="1200"/>
              <a:t>Task </a:t>
            </a:r>
            <a:r>
              <a:rPr lang="ru-RU" sz="1200"/>
              <a:t>8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692194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zöveg helye 2">
            <a:extLst>
              <a:ext uri="{FF2B5EF4-FFF2-40B4-BE49-F238E27FC236}">
                <a16:creationId xmlns:a16="http://schemas.microsoft.com/office/drawing/2014/main" id="{C0D3D432-2E44-C142-ABD2-BDF76D6F55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1066184" cy="44141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GB" sz="1800" b="1"/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hu-HU" err="1"/>
              <a:t>Task</a:t>
            </a:r>
            <a:r>
              <a:rPr lang="hu-HU"/>
              <a:t> #</a:t>
            </a:r>
            <a:endParaRPr lang="en-GB"/>
          </a:p>
        </p:txBody>
      </p:sp>
      <p:sp>
        <p:nvSpPr>
          <p:cNvPr id="14" name="Szövegdoboz 8">
            <a:extLst>
              <a:ext uri="{FF2B5EF4-FFF2-40B4-BE49-F238E27FC236}">
                <a16:creationId xmlns:a16="http://schemas.microsoft.com/office/drawing/2014/main" id="{56AF44A3-836A-442E-9C39-2A2D1905E9D4}"/>
              </a:ext>
            </a:extLst>
          </p:cNvPr>
          <p:cNvSpPr txBox="1"/>
          <p:nvPr userDrawn="1"/>
        </p:nvSpPr>
        <p:spPr>
          <a:xfrm>
            <a:off x="11422380" y="6527435"/>
            <a:ext cx="617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3C193CD2-EB5E-4946-8C5C-F7B26690B716}" type="slidenum">
              <a:rPr lang="hu-HU" sz="1200" b="1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pPr algn="r"/>
              <a:t>‹Nr.›</a:t>
            </a:fld>
            <a:endParaRPr lang="hu-HU" sz="1200" b="1">
              <a:solidFill>
                <a:schemeClr val="bg1">
                  <a:lumMod val="65000"/>
                </a:schemeClr>
              </a:solidFill>
              <a:latin typeface="+mj-lt"/>
            </a:endParaRPr>
          </a:p>
        </p:txBody>
      </p:sp>
      <p:sp>
        <p:nvSpPr>
          <p:cNvPr id="5" name="Szöveg helye 2">
            <a:extLst>
              <a:ext uri="{FF2B5EF4-FFF2-40B4-BE49-F238E27FC236}">
                <a16:creationId xmlns:a16="http://schemas.microsoft.com/office/drawing/2014/main" id="{39E1E35D-4142-2B59-D9FE-8988D0ECEB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487020"/>
            <a:ext cx="11066184" cy="28823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GB" sz="1600" i="1"/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hu-HU"/>
              <a:t>Part of </a:t>
            </a:r>
            <a:r>
              <a:rPr lang="hu-HU" err="1"/>
              <a:t>the</a:t>
            </a:r>
            <a:r>
              <a:rPr lang="hu-HU"/>
              <a:t> </a:t>
            </a:r>
            <a:r>
              <a:rPr lang="hu-HU" err="1"/>
              <a:t>task</a:t>
            </a:r>
            <a:endParaRPr lang="en-GB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A8EA54E-851B-D85A-C5B0-5F3D1687FE7B}"/>
              </a:ext>
            </a:extLst>
          </p:cNvPr>
          <p:cNvCxnSpPr>
            <a:cxnSpLocks/>
          </p:cNvCxnSpPr>
          <p:nvPr userDrawn="1"/>
        </p:nvCxnSpPr>
        <p:spPr>
          <a:xfrm>
            <a:off x="0" y="805070"/>
            <a:ext cx="120396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zövegdoboz 42">
            <a:extLst>
              <a:ext uri="{FF2B5EF4-FFF2-40B4-BE49-F238E27FC236}">
                <a16:creationId xmlns:a16="http://schemas.microsoft.com/office/drawing/2014/main" id="{CB26848D-4ED4-55ED-08EE-DA66BE863809}"/>
              </a:ext>
            </a:extLst>
          </p:cNvPr>
          <p:cNvSpPr txBox="1"/>
          <p:nvPr userDrawn="1"/>
        </p:nvSpPr>
        <p:spPr>
          <a:xfrm>
            <a:off x="7753534" y="6660137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/>
              <a:t>Task </a:t>
            </a:r>
            <a:r>
              <a:rPr lang="de-AT"/>
              <a:t>14</a:t>
            </a:r>
            <a:endParaRPr lang="hu-HU"/>
          </a:p>
        </p:txBody>
      </p:sp>
      <p:sp>
        <p:nvSpPr>
          <p:cNvPr id="10" name="Szövegdoboz 26">
            <a:extLst>
              <a:ext uri="{FF2B5EF4-FFF2-40B4-BE49-F238E27FC236}">
                <a16:creationId xmlns:a16="http://schemas.microsoft.com/office/drawing/2014/main" id="{1F5EDFD6-27E1-BE35-DF88-7732F18A449F}"/>
              </a:ext>
            </a:extLst>
          </p:cNvPr>
          <p:cNvSpPr txBox="1"/>
          <p:nvPr userDrawn="1"/>
        </p:nvSpPr>
        <p:spPr>
          <a:xfrm>
            <a:off x="614668" y="6660137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/>
              <a:t>Task </a:t>
            </a:r>
            <a:r>
              <a:rPr lang="de-AT"/>
              <a:t>11</a:t>
            </a:r>
            <a:endParaRPr lang="hu-HU"/>
          </a:p>
        </p:txBody>
      </p:sp>
      <p:sp>
        <p:nvSpPr>
          <p:cNvPr id="11" name="Szövegdoboz 27">
            <a:extLst>
              <a:ext uri="{FF2B5EF4-FFF2-40B4-BE49-F238E27FC236}">
                <a16:creationId xmlns:a16="http://schemas.microsoft.com/office/drawing/2014/main" id="{B2AC80CA-3CC2-F5DB-9B4D-4CC99D4223D9}"/>
              </a:ext>
            </a:extLst>
          </p:cNvPr>
          <p:cNvSpPr txBox="1"/>
          <p:nvPr userDrawn="1"/>
        </p:nvSpPr>
        <p:spPr>
          <a:xfrm>
            <a:off x="2994290" y="6660137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/>
              <a:t>Task </a:t>
            </a:r>
            <a:r>
              <a:rPr lang="de-AT"/>
              <a:t>12</a:t>
            </a:r>
            <a:endParaRPr lang="en-US"/>
          </a:p>
        </p:txBody>
      </p:sp>
      <p:sp>
        <p:nvSpPr>
          <p:cNvPr id="12" name="Szövegdoboz 42">
            <a:extLst>
              <a:ext uri="{FF2B5EF4-FFF2-40B4-BE49-F238E27FC236}">
                <a16:creationId xmlns:a16="http://schemas.microsoft.com/office/drawing/2014/main" id="{8D2E1378-D03E-82A1-6B60-5753667DA5F0}"/>
              </a:ext>
            </a:extLst>
          </p:cNvPr>
          <p:cNvSpPr txBox="1"/>
          <p:nvPr userDrawn="1"/>
        </p:nvSpPr>
        <p:spPr>
          <a:xfrm>
            <a:off x="5373912" y="6660137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/>
              <a:t>Task </a:t>
            </a:r>
            <a:r>
              <a:rPr lang="de-AT"/>
              <a:t>13</a:t>
            </a:r>
            <a:endParaRPr lang="hu-HU"/>
          </a:p>
        </p:txBody>
      </p:sp>
      <p:sp>
        <p:nvSpPr>
          <p:cNvPr id="15" name="Szövegdoboz 42">
            <a:extLst>
              <a:ext uri="{FF2B5EF4-FFF2-40B4-BE49-F238E27FC236}">
                <a16:creationId xmlns:a16="http://schemas.microsoft.com/office/drawing/2014/main" id="{8A84BB8A-FF49-B681-B55C-69BE9960FA32}"/>
              </a:ext>
            </a:extLst>
          </p:cNvPr>
          <p:cNvSpPr txBox="1"/>
          <p:nvPr userDrawn="1"/>
        </p:nvSpPr>
        <p:spPr>
          <a:xfrm>
            <a:off x="10133156" y="6660030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200" b="1" i="0"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/>
              <a:t>Task </a:t>
            </a:r>
            <a:r>
              <a:rPr lang="de-AT"/>
              <a:t>15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96113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16.xml"/><Relationship Id="rId10" Type="http://schemas.openxmlformats.org/officeDocument/2006/relationships/oleObject" Target="../embeddings/oleObject2.bin"/><Relationship Id="rId4" Type="http://schemas.openxmlformats.org/officeDocument/2006/relationships/slideLayout" Target="../slideLayouts/slideLayout15.xml"/><Relationship Id="rId9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8B35C82-5DC5-9ECA-8B18-19556491DB2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0367490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425" imgH="426" progId="TCLayout.ActiveDocument.1">
                  <p:embed/>
                </p:oleObj>
              </mc:Choice>
              <mc:Fallback>
                <p:oleObj name="think-cell Slide" r:id="rId14" imgW="425" imgH="42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8B35C82-5DC5-9ECA-8B18-19556491DB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6D55F8-3AA2-B507-7C50-C4A4D39A0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5FF30-4D08-CA48-DC8A-657B75320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B2A36-6FAA-FB1B-F0DA-D045BB4091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0C3F9A-F90F-4C58-BD0D-68F8FE597BCC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98DF9-8589-5317-CB91-FB1857A7C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0919-10DE-9B57-441F-EA8D8D1AC4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E53412-9F98-4FF2-98AE-0E0A37F514A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776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78CE001-69BA-EBC8-0096-68398329163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11179302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25" imgH="426" progId="TCLayout.ActiveDocument.1">
                  <p:embed/>
                </p:oleObj>
              </mc:Choice>
              <mc:Fallback>
                <p:oleObj name="think-cell Slide" r:id="rId10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78CE001-69BA-EBC8-0096-6839832916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74261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6" r:id="rId4"/>
    <p:sldLayoutId id="2147483667" r:id="rId5"/>
    <p:sldLayoutId id="2147483668" r:id="rId6"/>
    <p:sldLayoutId id="2147483669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34896133-DCE8-AE14-1ED7-4A613559D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1" b="1271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5253FCC-2E01-4F35-B307-5DAC72427A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25" imgH="426" progId="TCLayout.ActiveDocument.1">
                  <p:embed/>
                </p:oleObj>
              </mc:Choice>
              <mc:Fallback>
                <p:oleObj name="think-cell Slide" r:id="rId5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5253FCC-2E01-4F35-B307-5DAC72427A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lowchart: Manual Operation 4">
            <a:extLst>
              <a:ext uri="{FF2B5EF4-FFF2-40B4-BE49-F238E27FC236}">
                <a16:creationId xmlns:a16="http://schemas.microsoft.com/office/drawing/2014/main" id="{CA024204-94AF-6347-A915-53567D9CE7D8}"/>
              </a:ext>
            </a:extLst>
          </p:cNvPr>
          <p:cNvSpPr/>
          <p:nvPr/>
        </p:nvSpPr>
        <p:spPr>
          <a:xfrm rot="11297026">
            <a:off x="-1232744" y="-931870"/>
            <a:ext cx="7485034" cy="4300617"/>
          </a:xfrm>
          <a:prstGeom prst="flowChartManualOperation">
            <a:avLst/>
          </a:prstGeom>
          <a:solidFill>
            <a:srgbClr val="0A2B65">
              <a:alpha val="51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Manual Operation 5">
            <a:extLst>
              <a:ext uri="{FF2B5EF4-FFF2-40B4-BE49-F238E27FC236}">
                <a16:creationId xmlns:a16="http://schemas.microsoft.com/office/drawing/2014/main" id="{F0DC8F19-0213-1E44-991F-A7C5AF1821E9}"/>
              </a:ext>
            </a:extLst>
          </p:cNvPr>
          <p:cNvSpPr/>
          <p:nvPr/>
        </p:nvSpPr>
        <p:spPr>
          <a:xfrm rot="9995555">
            <a:off x="-1125425" y="-1110861"/>
            <a:ext cx="7110385" cy="4300617"/>
          </a:xfrm>
          <a:prstGeom prst="flowChartManualOperation">
            <a:avLst/>
          </a:prstGeom>
          <a:solidFill>
            <a:srgbClr val="0A2B65">
              <a:alpha val="51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5E8FBC-CB8F-F644-BD07-D00960F74B91}"/>
              </a:ext>
            </a:extLst>
          </p:cNvPr>
          <p:cNvSpPr txBox="1"/>
          <p:nvPr/>
        </p:nvSpPr>
        <p:spPr>
          <a:xfrm>
            <a:off x="488370" y="556718"/>
            <a:ext cx="47679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Group 1</a:t>
            </a:r>
            <a:r>
              <a:rPr lang="hu-HU" sz="40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endParaRPr lang="de-AT" sz="40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AT" sz="4000" b="1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Volatility-Managed</a:t>
            </a:r>
            <a:r>
              <a:rPr lang="de-AT" sz="40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de-AT" sz="40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Portfolio Analysis</a:t>
            </a:r>
            <a:endParaRPr lang="en-US" sz="40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C847F1-C061-9F8F-8957-8C370FCD826E}"/>
              </a:ext>
            </a:extLst>
          </p:cNvPr>
          <p:cNvSpPr/>
          <p:nvPr/>
        </p:nvSpPr>
        <p:spPr>
          <a:xfrm>
            <a:off x="508690" y="2383940"/>
            <a:ext cx="4767943" cy="5767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By Tristan Leiter, Filip Kindermann</a:t>
            </a:r>
          </a:p>
        </p:txBody>
      </p:sp>
    </p:spTree>
    <p:extLst>
      <p:ext uri="{BB962C8B-B14F-4D97-AF65-F5344CB8AC3E}">
        <p14:creationId xmlns:p14="http://schemas.microsoft.com/office/powerpoint/2010/main" val="1672210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086"/>
    </mc:Choice>
    <mc:Fallback xmlns="">
      <p:transition spd="slow" advTm="1908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4A288DF-1B44-253C-6C0B-B64C43450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Part I: Volatility-Managed Portfolio - Regression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A7A13B-76B1-BE2C-C523-499A061BF3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Generating alpha and reducing market exposure with volatility-managed portfolios</a:t>
            </a:r>
            <a:r>
              <a:rPr lang="en-GB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F57B60-3180-C269-A498-A91D5CC37F0F}"/>
              </a:ext>
            </a:extLst>
          </p:cNvPr>
          <p:cNvSpPr/>
          <p:nvPr/>
        </p:nvSpPr>
        <p:spPr>
          <a:xfrm>
            <a:off x="356196" y="1036320"/>
            <a:ext cx="11500842" cy="288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&amp; Methodology: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1857D15-88B2-E032-6BCB-9CA2629E13FE}"/>
              </a:ext>
            </a:extLst>
          </p:cNvPr>
          <p:cNvCxnSpPr/>
          <p:nvPr/>
        </p:nvCxnSpPr>
        <p:spPr>
          <a:xfrm>
            <a:off x="334962" y="1341120"/>
            <a:ext cx="11522076" cy="0"/>
          </a:xfrm>
          <a:prstGeom prst="line">
            <a:avLst/>
          </a:prstGeom>
          <a:ln w="19050"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3EEB90D-6FF7-2AA0-CAF0-8DDD39B8AC23}"/>
              </a:ext>
            </a:extLst>
          </p:cNvPr>
          <p:cNvSpPr/>
          <p:nvPr/>
        </p:nvSpPr>
        <p:spPr>
          <a:xfrm>
            <a:off x="355739" y="3435096"/>
            <a:ext cx="5579733" cy="288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Regression on original portfolio: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F70CC5-8017-AFDA-6461-386B458D2CE4}"/>
              </a:ext>
            </a:extLst>
          </p:cNvPr>
          <p:cNvCxnSpPr>
            <a:cxnSpLocks/>
          </p:cNvCxnSpPr>
          <p:nvPr/>
        </p:nvCxnSpPr>
        <p:spPr>
          <a:xfrm>
            <a:off x="334505" y="3739896"/>
            <a:ext cx="5600967" cy="0"/>
          </a:xfrm>
          <a:prstGeom prst="line">
            <a:avLst/>
          </a:prstGeom>
          <a:ln w="19050"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388C9F8-6D49-415C-9C7D-1036432681AE}"/>
              </a:ext>
            </a:extLst>
          </p:cNvPr>
          <p:cNvSpPr/>
          <p:nvPr/>
        </p:nvSpPr>
        <p:spPr>
          <a:xfrm>
            <a:off x="6287147" y="3435096"/>
            <a:ext cx="5579733" cy="288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Insights: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3421BA-918D-6D23-B249-4BD19D0CB6F8}"/>
              </a:ext>
            </a:extLst>
          </p:cNvPr>
          <p:cNvCxnSpPr>
            <a:cxnSpLocks/>
          </p:cNvCxnSpPr>
          <p:nvPr/>
        </p:nvCxnSpPr>
        <p:spPr>
          <a:xfrm>
            <a:off x="6265913" y="3739896"/>
            <a:ext cx="5600967" cy="0"/>
          </a:xfrm>
          <a:prstGeom prst="line">
            <a:avLst/>
          </a:prstGeom>
          <a:ln w="19050"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307C5E9A-82FB-71E4-6FD8-C5DB12EB5845}"/>
              </a:ext>
            </a:extLst>
          </p:cNvPr>
          <p:cNvSpPr/>
          <p:nvPr/>
        </p:nvSpPr>
        <p:spPr>
          <a:xfrm>
            <a:off x="345579" y="1469985"/>
            <a:ext cx="11511459" cy="3552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Based on the paper from Moreira &amp; Muir (2017) – adjusting the realized variance estimate by using all daily returns within that month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C424E4-0FF0-61FD-D896-7AA5FB78C04A}"/>
              </a:ext>
            </a:extLst>
          </p:cNvPr>
          <p:cNvSpPr/>
          <p:nvPr/>
        </p:nvSpPr>
        <p:spPr>
          <a:xfrm>
            <a:off x="342810" y="1846395"/>
            <a:ext cx="1729829" cy="410058"/>
          </a:xfrm>
          <a:prstGeom prst="rect">
            <a:avLst/>
          </a:prstGeom>
          <a:gradFill>
            <a:gsLst>
              <a:gs pos="0">
                <a:schemeClr val="tx2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Data: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C9915B-D2CC-22A1-4753-E6F5B6695246}"/>
              </a:ext>
            </a:extLst>
          </p:cNvPr>
          <p:cNvSpPr/>
          <p:nvPr/>
        </p:nvSpPr>
        <p:spPr>
          <a:xfrm>
            <a:off x="342810" y="2258263"/>
            <a:ext cx="1729829" cy="9620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2075" indent="-9207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U.S. stock market data from Kenneth French’s data library</a:t>
            </a:r>
          </a:p>
          <a:p>
            <a:pPr marL="92075" indent="-9207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1926 to 2015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0A6D7A-4CF8-B165-938B-F5417B20267F}"/>
              </a:ext>
            </a:extLst>
          </p:cNvPr>
          <p:cNvSpPr/>
          <p:nvPr/>
        </p:nvSpPr>
        <p:spPr>
          <a:xfrm>
            <a:off x="2532355" y="1846395"/>
            <a:ext cx="2592554" cy="410058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Estimate monthly realized variance and monthly excess returns: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D7A521-4743-20FA-401E-3A9FA0476948}"/>
              </a:ext>
            </a:extLst>
          </p:cNvPr>
          <p:cNvSpPr/>
          <p:nvPr/>
        </p:nvSpPr>
        <p:spPr>
          <a:xfrm>
            <a:off x="2532355" y="2258263"/>
            <a:ext cx="2592554" cy="9620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2075" indent="-9207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all daily returns within that month</a:t>
            </a:r>
          </a:p>
          <a:p>
            <a:pPr marL="92075" indent="-9207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 than in Moreira &amp; Muir (2017)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FF42DF6-F9D9-68BB-1505-F5266F915BA7}"/>
              </a:ext>
            </a:extLst>
          </p:cNvPr>
          <p:cNvSpPr/>
          <p:nvPr/>
        </p:nvSpPr>
        <p:spPr>
          <a:xfrm>
            <a:off x="8816340" y="1846395"/>
            <a:ext cx="3030081" cy="410058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4"/>
              </a:gs>
            </a:gsLst>
            <a:lin ang="0" scaled="0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Sort months into variance quintiles: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0313CA4-6CF1-FAAB-EA8B-A545F5291663}"/>
              </a:ext>
            </a:extLst>
          </p:cNvPr>
          <p:cNvSpPr/>
          <p:nvPr/>
        </p:nvSpPr>
        <p:spPr>
          <a:xfrm>
            <a:off x="8816340" y="2258263"/>
            <a:ext cx="3030081" cy="96206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2075" indent="-9207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 the 0.2, 0.4, 0.6 and 0.8 quantiles by lagged variance</a:t>
            </a:r>
          </a:p>
          <a:p>
            <a:pPr marL="92075" indent="-9207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Label groups from “Low Vol” (lowest variance) to “High Vol” (highest variance)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87BF3D8-0655-56A1-99B3-D21A19CC9420}"/>
              </a:ext>
            </a:extLst>
          </p:cNvPr>
          <p:cNvSpPr/>
          <p:nvPr/>
        </p:nvSpPr>
        <p:spPr>
          <a:xfrm>
            <a:off x="5584625" y="1846395"/>
            <a:ext cx="2772000" cy="410058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Construct the volatility-managed portfolio: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7AA8108-EBB2-D28B-382C-9B33A510AECE}"/>
              </a:ext>
            </a:extLst>
          </p:cNvPr>
          <p:cNvSpPr/>
          <p:nvPr/>
        </p:nvSpPr>
        <p:spPr>
          <a:xfrm>
            <a:off x="5584625" y="2258263"/>
            <a:ext cx="2772000" cy="9620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600"/>
              </a:spcBef>
            </a:pPr>
            <a:endParaRPr lang="en-GB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FC87138-9809-827A-F76B-B4AE01831EC1}"/>
                  </a:ext>
                </a:extLst>
              </p:cNvPr>
              <p:cNvSpPr txBox="1"/>
              <p:nvPr/>
            </p:nvSpPr>
            <p:spPr>
              <a:xfrm>
                <a:off x="5730760" y="2320158"/>
                <a:ext cx="1193532" cy="3603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sup>
                      </m:sSubSup>
                      <m:r>
                        <a:rPr lang="de-DE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sSubSup>
                            <m:sSubSupPr>
                              <m:ctrlPr>
                                <a:rPr lang="de-DE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de-DE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de-DE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de-DE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sSub>
                        <m:sSubPr>
                          <m:ctrlP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FC87138-9809-827A-F76B-B4AE01831E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0760" y="2320158"/>
                <a:ext cx="1193532" cy="360355"/>
              </a:xfrm>
              <a:prstGeom prst="rect">
                <a:avLst/>
              </a:prstGeom>
              <a:blipFill>
                <a:blip r:embed="rId2"/>
                <a:stretch>
                  <a:fillRect l="-4082" t="-1695" b="-186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7ADEBD5-9DC9-0F8A-92C1-BEFDC563FBF7}"/>
                  </a:ext>
                </a:extLst>
              </p:cNvPr>
              <p:cNvSpPr txBox="1"/>
              <p:nvPr/>
            </p:nvSpPr>
            <p:spPr>
              <a:xfrm>
                <a:off x="5730760" y="2742408"/>
                <a:ext cx="2170594" cy="414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𝑤𝑖𝑡h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e-DE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𝑠𝑑</m:t>
                      </m:r>
                      <m:r>
                        <a:rPr lang="de-DE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de-DE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de-DE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)/</m:t>
                      </m:r>
                      <m:r>
                        <a:rPr lang="de-DE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𝑠𝑑</m:t>
                      </m:r>
                      <m:d>
                        <m:dPr>
                          <m:ctrlPr>
                            <a:rPr lang="de-DE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e-DE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de-DE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de-DE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e-DE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de-DE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de-DE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d>
                            </m:den>
                          </m:f>
                          <m:sSub>
                            <m:sSubPr>
                              <m:ctrlPr>
                                <a:rPr lang="de-DE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de-DE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e-DE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7ADEBD5-9DC9-0F8A-92C1-BEFDC563F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0760" y="2742408"/>
                <a:ext cx="2170594" cy="414985"/>
              </a:xfrm>
              <a:prstGeom prst="rect">
                <a:avLst/>
              </a:prstGeom>
              <a:blipFill>
                <a:blip r:embed="rId3"/>
                <a:stretch>
                  <a:fillRect l="-1124" b="-1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Arrow: Chevron 36">
            <a:extLst>
              <a:ext uri="{FF2B5EF4-FFF2-40B4-BE49-F238E27FC236}">
                <a16:creationId xmlns:a16="http://schemas.microsoft.com/office/drawing/2014/main" id="{CDA4C505-C491-95D7-832C-7F65611A79D5}"/>
              </a:ext>
            </a:extLst>
          </p:cNvPr>
          <p:cNvSpPr/>
          <p:nvPr/>
        </p:nvSpPr>
        <p:spPr>
          <a:xfrm>
            <a:off x="2185657" y="2322237"/>
            <a:ext cx="233680" cy="42225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8" name="Arrow: Chevron 37">
            <a:extLst>
              <a:ext uri="{FF2B5EF4-FFF2-40B4-BE49-F238E27FC236}">
                <a16:creationId xmlns:a16="http://schemas.microsoft.com/office/drawing/2014/main" id="{69EEF976-E25B-5E0E-00D4-F5A35C951CAA}"/>
              </a:ext>
            </a:extLst>
          </p:cNvPr>
          <p:cNvSpPr/>
          <p:nvPr/>
        </p:nvSpPr>
        <p:spPr>
          <a:xfrm>
            <a:off x="5237927" y="2322237"/>
            <a:ext cx="233680" cy="42225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9" name="Arrow: Chevron 38">
            <a:extLst>
              <a:ext uri="{FF2B5EF4-FFF2-40B4-BE49-F238E27FC236}">
                <a16:creationId xmlns:a16="http://schemas.microsoft.com/office/drawing/2014/main" id="{06461C72-E579-824F-D37D-E0D6DB9B4E46}"/>
              </a:ext>
            </a:extLst>
          </p:cNvPr>
          <p:cNvSpPr/>
          <p:nvPr/>
        </p:nvSpPr>
        <p:spPr>
          <a:xfrm>
            <a:off x="8469643" y="2322237"/>
            <a:ext cx="233680" cy="42225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9F482C-F132-A85C-AA14-1FDF6688CD20}"/>
                  </a:ext>
                </a:extLst>
              </p:cNvPr>
              <p:cNvSpPr txBox="1"/>
              <p:nvPr/>
            </p:nvSpPr>
            <p:spPr>
              <a:xfrm>
                <a:off x="2215097" y="4487786"/>
                <a:ext cx="18406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sup>
                      </m:sSubSup>
                      <m:r>
                        <a:rPr lang="de-A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e-A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de-A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de-A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de-A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9F482C-F132-A85C-AA14-1FDF6688CD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097" y="4487786"/>
                <a:ext cx="1840696" cy="276999"/>
              </a:xfrm>
              <a:prstGeom prst="rect">
                <a:avLst/>
              </a:prstGeom>
              <a:blipFill>
                <a:blip r:embed="rId4"/>
                <a:stretch>
                  <a:fillRect l="-3642" t="-2174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6A9CFDA5-2AB4-CCF5-2A98-0A4BBC6760FA}"/>
              </a:ext>
            </a:extLst>
          </p:cNvPr>
          <p:cNvSpPr/>
          <p:nvPr/>
        </p:nvSpPr>
        <p:spPr>
          <a:xfrm>
            <a:off x="324345" y="3811069"/>
            <a:ext cx="5771655" cy="876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Volatility-managed returns explained by original returns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are annualized and in percent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Standard errors are Newey-West corrected due to heterogeneity in returns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420082F-8C13-8151-42B0-5420289215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197679"/>
              </p:ext>
            </p:extLst>
          </p:nvPr>
        </p:nvGraphicFramePr>
        <p:xfrm>
          <a:off x="342810" y="4976535"/>
          <a:ext cx="55825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625">
                  <a:extLst>
                    <a:ext uri="{9D8B030D-6E8A-4147-A177-3AD203B41FA5}">
                      <a16:colId xmlns:a16="http://schemas.microsoft.com/office/drawing/2014/main" val="849020648"/>
                    </a:ext>
                  </a:extLst>
                </a:gridCol>
                <a:gridCol w="1395625">
                  <a:extLst>
                    <a:ext uri="{9D8B030D-6E8A-4147-A177-3AD203B41FA5}">
                      <a16:colId xmlns:a16="http://schemas.microsoft.com/office/drawing/2014/main" val="4240207761"/>
                    </a:ext>
                  </a:extLst>
                </a:gridCol>
                <a:gridCol w="1395625">
                  <a:extLst>
                    <a:ext uri="{9D8B030D-6E8A-4147-A177-3AD203B41FA5}">
                      <a16:colId xmlns:a16="http://schemas.microsoft.com/office/drawing/2014/main" val="2336566004"/>
                    </a:ext>
                  </a:extLst>
                </a:gridCol>
                <a:gridCol w="1395625">
                  <a:extLst>
                    <a:ext uri="{9D8B030D-6E8A-4147-A177-3AD203B41FA5}">
                      <a16:colId xmlns:a16="http://schemas.microsoft.com/office/drawing/2014/main" val="814097212"/>
                    </a:ext>
                  </a:extLst>
                </a:gridCol>
              </a:tblGrid>
              <a:tr h="245608"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Coefficient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Std. error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p-value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4970541"/>
                  </a:ext>
                </a:extLst>
              </a:tr>
              <a:tr h="245608"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Intercept (%)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4.80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1.69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0.004 </a:t>
                      </a:r>
                      <a:r>
                        <a:rPr lang="en-GB" sz="1200" b="0" i="0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*</a:t>
                      </a: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**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918768"/>
                  </a:ext>
                </a:extLst>
              </a:tr>
              <a:tr h="245608"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Original Return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0.08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0.000 ***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482795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DEF5F6E-9D5A-1D7B-6F15-003F38051E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286461"/>
              </p:ext>
            </p:extLst>
          </p:nvPr>
        </p:nvGraphicFramePr>
        <p:xfrm>
          <a:off x="1735368" y="5894760"/>
          <a:ext cx="418994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647">
                  <a:extLst>
                    <a:ext uri="{9D8B030D-6E8A-4147-A177-3AD203B41FA5}">
                      <a16:colId xmlns:a16="http://schemas.microsoft.com/office/drawing/2014/main" val="4240207761"/>
                    </a:ext>
                  </a:extLst>
                </a:gridCol>
                <a:gridCol w="1396647">
                  <a:extLst>
                    <a:ext uri="{9D8B030D-6E8A-4147-A177-3AD203B41FA5}">
                      <a16:colId xmlns:a16="http://schemas.microsoft.com/office/drawing/2014/main" val="2336566004"/>
                    </a:ext>
                  </a:extLst>
                </a:gridCol>
                <a:gridCol w="1396647">
                  <a:extLst>
                    <a:ext uri="{9D8B030D-6E8A-4147-A177-3AD203B41FA5}">
                      <a16:colId xmlns:a16="http://schemas.microsoft.com/office/drawing/2014/main" val="814097212"/>
                    </a:ext>
                  </a:extLst>
                </a:gridCol>
              </a:tblGrid>
              <a:tr h="245608"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en-GB" sz="120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 of obs.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RSME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4970541"/>
                  </a:ext>
                </a:extLst>
              </a:tr>
              <a:tr h="245608">
                <a:tc>
                  <a:txBody>
                    <a:bodyPr/>
                    <a:lstStyle/>
                    <a:p>
                      <a:pPr algn="r"/>
                      <a:r>
                        <a:rPr lang="en-GB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37.22 %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1073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51.31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918768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897D8B92-838B-E68B-7CA6-69CCC63DED67}"/>
              </a:ext>
            </a:extLst>
          </p:cNvPr>
          <p:cNvSpPr/>
          <p:nvPr/>
        </p:nvSpPr>
        <p:spPr>
          <a:xfrm>
            <a:off x="6255754" y="3811069"/>
            <a:ext cx="5611902" cy="26786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Significant Alpha: </a:t>
            </a:r>
            <a:r>
              <a:rPr lang="en-GB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GB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intercept of 4.80% </a:t>
            </a:r>
            <a:r>
              <a:rPr lang="en-GB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represents a large, statistically significant alpha, indicating that the strategy generated excess returns not explained by the market.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Reduced Market Risk:</a:t>
            </a:r>
            <a:r>
              <a:rPr lang="en-GB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n-GB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slope (beta) of 0.61 </a:t>
            </a:r>
            <a:r>
              <a:rPr lang="en-GB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shows</a:t>
            </a:r>
            <a:r>
              <a:rPr lang="en-GB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that</a:t>
            </a:r>
            <a:r>
              <a:rPr lang="en-GB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portfolio has significantly less market exposure than a buy-and-hold strategy, confirming the volatility timing mechanism works.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Strategy vs. Market: </a:t>
            </a:r>
            <a:r>
              <a:rPr lang="en-GB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GB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R-squared of 37.22% </a:t>
            </a:r>
            <a:r>
              <a:rPr lang="en-GB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means the market explains less than 40% of the strategy's performance, proving that the volatility-timing component itself is a major driver of the results.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Fit: </a:t>
            </a:r>
            <a:r>
              <a:rPr lang="en-GB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regression is robust, based on </a:t>
            </a:r>
            <a:r>
              <a:rPr lang="en-GB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1073 observations</a:t>
            </a:r>
            <a:r>
              <a:rPr lang="en-GB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with an </a:t>
            </a:r>
            <a:r>
              <a:rPr lang="en-GB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RMSE</a:t>
            </a:r>
            <a:r>
              <a:rPr lang="en-GB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(residual standard error) of</a:t>
            </a:r>
            <a:r>
              <a:rPr lang="en-GB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51.31</a:t>
            </a:r>
            <a:r>
              <a:rPr lang="en-GB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A8479A4-8728-62E1-88E1-B8B3954CEFFE}"/>
              </a:ext>
            </a:extLst>
          </p:cNvPr>
          <p:cNvCxnSpPr>
            <a:cxnSpLocks/>
          </p:cNvCxnSpPr>
          <p:nvPr/>
        </p:nvCxnSpPr>
        <p:spPr>
          <a:xfrm>
            <a:off x="6096000" y="3973286"/>
            <a:ext cx="0" cy="2351314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B2405CE-5982-4413-CBA3-61775818CE0B}"/>
              </a:ext>
            </a:extLst>
          </p:cNvPr>
          <p:cNvGrpSpPr/>
          <p:nvPr/>
        </p:nvGrpSpPr>
        <p:grpSpPr>
          <a:xfrm>
            <a:off x="6035312" y="5000353"/>
            <a:ext cx="120345" cy="297180"/>
            <a:chOff x="5986272" y="5021580"/>
            <a:chExt cx="120345" cy="29718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DC414DC-70BA-57FF-98E2-458533683690}"/>
                </a:ext>
              </a:extLst>
            </p:cNvPr>
            <p:cNvSpPr/>
            <p:nvPr/>
          </p:nvSpPr>
          <p:spPr>
            <a:xfrm>
              <a:off x="5986272" y="5021580"/>
              <a:ext cx="115824" cy="2971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Arrow: Chevron 39">
              <a:extLst>
                <a:ext uri="{FF2B5EF4-FFF2-40B4-BE49-F238E27FC236}">
                  <a16:creationId xmlns:a16="http://schemas.microsoft.com/office/drawing/2014/main" id="{A583242C-CF0E-E706-6DE6-04E10EC77192}"/>
                </a:ext>
              </a:extLst>
            </p:cNvPr>
            <p:cNvSpPr/>
            <p:nvPr/>
          </p:nvSpPr>
          <p:spPr>
            <a:xfrm>
              <a:off x="5989777" y="5067131"/>
              <a:ext cx="116840" cy="211125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3485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75762-0E79-21B5-A89E-0E45C778D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53EF267-E41C-B8EF-AA27-B3AF2B8FC8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Part I: Volatility-Managed Portfolio – Quintile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34DA54-F673-E889-96CB-2BFBE525F9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Deconstructing the Anomaly: Volatility is Predictable, Compensation is Not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F96F8C1-F1FC-7980-166B-82C5B6205C21}"/>
              </a:ext>
            </a:extLst>
          </p:cNvPr>
          <p:cNvGrpSpPr/>
          <p:nvPr/>
        </p:nvGrpSpPr>
        <p:grpSpPr>
          <a:xfrm>
            <a:off x="334505" y="1108577"/>
            <a:ext cx="7293234" cy="304800"/>
            <a:chOff x="334505" y="1108577"/>
            <a:chExt cx="5600967" cy="3048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EEB90D-6FF7-2AA0-CAF0-8DDD39B8AC23}"/>
                </a:ext>
              </a:extLst>
            </p:cNvPr>
            <p:cNvSpPr/>
            <p:nvPr/>
          </p:nvSpPr>
          <p:spPr>
            <a:xfrm>
              <a:off x="355739" y="1108577"/>
              <a:ext cx="5579733" cy="2882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4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Quintile analysis (annualized)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5F70CC5-8017-AFDA-6461-386B458D2CE4}"/>
                </a:ext>
              </a:extLst>
            </p:cNvPr>
            <p:cNvCxnSpPr>
              <a:cxnSpLocks/>
            </p:cNvCxnSpPr>
            <p:nvPr/>
          </p:nvCxnSpPr>
          <p:spPr>
            <a:xfrm>
              <a:off x="334505" y="1413377"/>
              <a:ext cx="5600967" cy="0"/>
            </a:xfrm>
            <a:prstGeom prst="line">
              <a:avLst/>
            </a:prstGeom>
            <a:ln w="19050">
              <a:gradFill>
                <a:gsLst>
                  <a:gs pos="0">
                    <a:schemeClr val="accent1"/>
                  </a:gs>
                  <a:gs pos="100000">
                    <a:schemeClr val="accent4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BBED364-2694-0505-914B-794FF40D0CFB}"/>
              </a:ext>
            </a:extLst>
          </p:cNvPr>
          <p:cNvGrpSpPr/>
          <p:nvPr/>
        </p:nvGrpSpPr>
        <p:grpSpPr>
          <a:xfrm>
            <a:off x="7919832" y="1108577"/>
            <a:ext cx="3947048" cy="304800"/>
            <a:chOff x="6265913" y="1108577"/>
            <a:chExt cx="5600967" cy="3048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388C9F8-6D49-415C-9C7D-1036432681AE}"/>
                </a:ext>
              </a:extLst>
            </p:cNvPr>
            <p:cNvSpPr/>
            <p:nvPr/>
          </p:nvSpPr>
          <p:spPr>
            <a:xfrm>
              <a:off x="6287147" y="1108577"/>
              <a:ext cx="5579733" cy="2882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4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Key Insights: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3421BA-918D-6D23-B249-4BD19D0CB6F8}"/>
                </a:ext>
              </a:extLst>
            </p:cNvPr>
            <p:cNvCxnSpPr>
              <a:cxnSpLocks/>
            </p:cNvCxnSpPr>
            <p:nvPr/>
          </p:nvCxnSpPr>
          <p:spPr>
            <a:xfrm>
              <a:off x="6265913" y="1413377"/>
              <a:ext cx="5600967" cy="0"/>
            </a:xfrm>
            <a:prstGeom prst="line">
              <a:avLst/>
            </a:prstGeom>
            <a:ln w="19050">
              <a:gradFill>
                <a:gsLst>
                  <a:gs pos="0">
                    <a:schemeClr val="accent1"/>
                  </a:gs>
                  <a:gs pos="100000">
                    <a:schemeClr val="accent4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A65212D2-D4C2-3713-4FFE-399FC5E22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71" y="1581958"/>
            <a:ext cx="3104634" cy="484149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EEEB78E-E134-2A1A-86FB-BD9980C42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421" y="1581958"/>
            <a:ext cx="3303775" cy="48420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03E2BA25-D496-B8CC-D111-C668EF9A38FB}"/>
              </a:ext>
            </a:extLst>
          </p:cNvPr>
          <p:cNvSpPr/>
          <p:nvPr/>
        </p:nvSpPr>
        <p:spPr>
          <a:xfrm>
            <a:off x="7919832" y="1581959"/>
            <a:ext cx="3947824" cy="49077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Simple Risk-Return Trade-off: </a:t>
            </a:r>
          </a:p>
          <a:p>
            <a:pPr marL="742950" lvl="1" indent="-28575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GB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"Average Return" plot shows no clear, positive relationship</a:t>
            </a:r>
            <a:r>
              <a:rPr lang="en-GB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While the highest volatility quintile has high returns, so does the lowest, and the relationship is not monotonic. This suggests investors are </a:t>
            </a:r>
            <a:r>
              <a:rPr lang="en-GB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proportionally compensated for bearing more (predictable) volatility.</a:t>
            </a: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Volatility is Highly Predictable:</a:t>
            </a:r>
            <a:r>
              <a:rPr lang="en-GB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742950" lvl="1" indent="-28575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GB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"Standard Deviation" plot shows a strong, monotonic increase</a:t>
            </a:r>
            <a:r>
              <a:rPr lang="en-GB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This confirms that sorting by the previous month's volatility is an effective way to forecast the next month's volatility.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78431F7-2042-9B22-2BA1-2E415C5AC606}"/>
              </a:ext>
            </a:extLst>
          </p:cNvPr>
          <p:cNvCxnSpPr>
            <a:cxnSpLocks/>
          </p:cNvCxnSpPr>
          <p:nvPr/>
        </p:nvCxnSpPr>
        <p:spPr>
          <a:xfrm>
            <a:off x="7794172" y="1632857"/>
            <a:ext cx="0" cy="47520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2764223-6D73-C546-882F-AD1EFAFED0AA}"/>
              </a:ext>
            </a:extLst>
          </p:cNvPr>
          <p:cNvGrpSpPr/>
          <p:nvPr/>
        </p:nvGrpSpPr>
        <p:grpSpPr>
          <a:xfrm>
            <a:off x="7733484" y="3860267"/>
            <a:ext cx="120345" cy="297180"/>
            <a:chOff x="5986272" y="5021580"/>
            <a:chExt cx="120345" cy="29718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45F8994-C30A-5B40-7807-2991B6FC65C1}"/>
                </a:ext>
              </a:extLst>
            </p:cNvPr>
            <p:cNvSpPr/>
            <p:nvPr/>
          </p:nvSpPr>
          <p:spPr>
            <a:xfrm>
              <a:off x="5986272" y="5021580"/>
              <a:ext cx="115824" cy="2971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Arrow: Chevron 35">
              <a:extLst>
                <a:ext uri="{FF2B5EF4-FFF2-40B4-BE49-F238E27FC236}">
                  <a16:creationId xmlns:a16="http://schemas.microsoft.com/office/drawing/2014/main" id="{5683AFF4-2387-8390-26B6-67A65701D54C}"/>
                </a:ext>
              </a:extLst>
            </p:cNvPr>
            <p:cNvSpPr/>
            <p:nvPr/>
          </p:nvSpPr>
          <p:spPr>
            <a:xfrm>
              <a:off x="5989777" y="5067131"/>
              <a:ext cx="116840" cy="211125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1200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F8868-8BDB-E243-A7B3-DED3F2D6E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78FF67B-4753-A991-BCEE-DEEF15AC35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Part I: Volatility-Managed Portfolio – Quintile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FC470-8A4B-243C-B780-74F5BB8626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Exploiting the Anomaly: Risk-Adjusted Returns Collapse as Recession Risk Rises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EABFA87-BAE0-5680-4831-C739501C6C39}"/>
              </a:ext>
            </a:extLst>
          </p:cNvPr>
          <p:cNvGrpSpPr/>
          <p:nvPr/>
        </p:nvGrpSpPr>
        <p:grpSpPr>
          <a:xfrm>
            <a:off x="334505" y="1108577"/>
            <a:ext cx="7293234" cy="304800"/>
            <a:chOff x="334505" y="1108577"/>
            <a:chExt cx="5600967" cy="3048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AE728B8-D59C-BA44-D38A-7F7AD4659A61}"/>
                </a:ext>
              </a:extLst>
            </p:cNvPr>
            <p:cNvSpPr/>
            <p:nvPr/>
          </p:nvSpPr>
          <p:spPr>
            <a:xfrm>
              <a:off x="355739" y="1108577"/>
              <a:ext cx="5579733" cy="2882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4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Quintile analysis (annualized)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ADC798-A962-E987-612D-E8E6AADE7212}"/>
                </a:ext>
              </a:extLst>
            </p:cNvPr>
            <p:cNvCxnSpPr>
              <a:cxnSpLocks/>
            </p:cNvCxnSpPr>
            <p:nvPr/>
          </p:nvCxnSpPr>
          <p:spPr>
            <a:xfrm>
              <a:off x="334505" y="1413377"/>
              <a:ext cx="5600967" cy="0"/>
            </a:xfrm>
            <a:prstGeom prst="line">
              <a:avLst/>
            </a:prstGeom>
            <a:ln w="19050">
              <a:gradFill>
                <a:gsLst>
                  <a:gs pos="0">
                    <a:schemeClr val="accent1"/>
                  </a:gs>
                  <a:gs pos="100000">
                    <a:schemeClr val="accent4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322DAB7-EA4E-87F2-1511-FBED6CC98A12}"/>
              </a:ext>
            </a:extLst>
          </p:cNvPr>
          <p:cNvGrpSpPr/>
          <p:nvPr/>
        </p:nvGrpSpPr>
        <p:grpSpPr>
          <a:xfrm>
            <a:off x="7919832" y="1108577"/>
            <a:ext cx="3947048" cy="304800"/>
            <a:chOff x="6265913" y="1108577"/>
            <a:chExt cx="5600967" cy="3048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0299A1F-D9C8-4B09-2256-9DF401AA47C1}"/>
                </a:ext>
              </a:extLst>
            </p:cNvPr>
            <p:cNvSpPr/>
            <p:nvPr/>
          </p:nvSpPr>
          <p:spPr>
            <a:xfrm>
              <a:off x="6287147" y="1108577"/>
              <a:ext cx="5579733" cy="2882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4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Key Insights: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4EA75D9-EEB6-3AD1-0B27-C0564DCEE163}"/>
                </a:ext>
              </a:extLst>
            </p:cNvPr>
            <p:cNvCxnSpPr>
              <a:cxnSpLocks/>
            </p:cNvCxnSpPr>
            <p:nvPr/>
          </p:nvCxnSpPr>
          <p:spPr>
            <a:xfrm>
              <a:off x="6265913" y="1413377"/>
              <a:ext cx="5600967" cy="0"/>
            </a:xfrm>
            <a:prstGeom prst="line">
              <a:avLst/>
            </a:prstGeom>
            <a:ln w="19050">
              <a:gradFill>
                <a:gsLst>
                  <a:gs pos="0">
                    <a:schemeClr val="accent1"/>
                  </a:gs>
                  <a:gs pos="100000">
                    <a:schemeClr val="accent4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52536426-CD3F-62D3-3215-E39B8C953AAE}"/>
              </a:ext>
            </a:extLst>
          </p:cNvPr>
          <p:cNvSpPr/>
          <p:nvPr/>
        </p:nvSpPr>
        <p:spPr>
          <a:xfrm>
            <a:off x="7919832" y="1581959"/>
            <a:ext cx="3947824" cy="49077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Core Anomaly:</a:t>
            </a:r>
            <a:r>
              <a:rPr lang="en-GB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742950" lvl="1" indent="-28575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"E[R]/Var(R)" plot is the key. It shows the </a:t>
            </a:r>
            <a:r>
              <a:rPr lang="en-GB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risk-return trade-off (the reward per unit of risk) is excellent when volatility is low and collapses when volatility is high</a:t>
            </a:r>
            <a:r>
              <a:rPr lang="en-GB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This is the inefficiency the strategy exploits.</a:t>
            </a: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Volatility is "Bad Times": </a:t>
            </a:r>
          </a:p>
          <a:p>
            <a:pPr marL="742950" lvl="1" indent="-28575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"Probability of Recession" plot shows that </a:t>
            </a:r>
            <a:r>
              <a:rPr lang="en-GB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volatility periods are strongly correlated with NBER recessions</a:t>
            </a:r>
            <a:r>
              <a:rPr lang="en-GB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This means the </a:t>
            </a:r>
            <a:r>
              <a:rPr lang="en-GB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risk-return trade-off is worst precisely during bad economic times.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09FAFB8-9A87-F120-AE42-887AD581E3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526"/>
          <a:stretch>
            <a:fillRect/>
          </a:stretch>
        </p:blipFill>
        <p:spPr>
          <a:xfrm>
            <a:off x="356197" y="1581451"/>
            <a:ext cx="2823884" cy="4842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2B3AA4-84F5-3474-0906-89CD7F288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4176" y="1594508"/>
            <a:ext cx="4190338" cy="484200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E511DF5-DB44-556F-9211-59952FE81EF7}"/>
              </a:ext>
            </a:extLst>
          </p:cNvPr>
          <p:cNvCxnSpPr>
            <a:cxnSpLocks/>
          </p:cNvCxnSpPr>
          <p:nvPr/>
        </p:nvCxnSpPr>
        <p:spPr>
          <a:xfrm>
            <a:off x="7794172" y="1632857"/>
            <a:ext cx="0" cy="47520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2182B55-181D-A395-25D7-13D1DDDA3220}"/>
              </a:ext>
            </a:extLst>
          </p:cNvPr>
          <p:cNvGrpSpPr/>
          <p:nvPr/>
        </p:nvGrpSpPr>
        <p:grpSpPr>
          <a:xfrm>
            <a:off x="7733484" y="3860267"/>
            <a:ext cx="120345" cy="297180"/>
            <a:chOff x="5986272" y="5021580"/>
            <a:chExt cx="120345" cy="29718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052ABDC-35BF-6007-1761-2E7B1AC0D16A}"/>
                </a:ext>
              </a:extLst>
            </p:cNvPr>
            <p:cNvSpPr/>
            <p:nvPr/>
          </p:nvSpPr>
          <p:spPr>
            <a:xfrm>
              <a:off x="5986272" y="5021580"/>
              <a:ext cx="115824" cy="2971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Arrow: Chevron 18">
              <a:extLst>
                <a:ext uri="{FF2B5EF4-FFF2-40B4-BE49-F238E27FC236}">
                  <a16:creationId xmlns:a16="http://schemas.microsoft.com/office/drawing/2014/main" id="{3B182F62-6560-792B-04B5-63CEF2634005}"/>
                </a:ext>
              </a:extLst>
            </p:cNvPr>
            <p:cNvSpPr/>
            <p:nvPr/>
          </p:nvSpPr>
          <p:spPr>
            <a:xfrm>
              <a:off x="5989777" y="5067131"/>
              <a:ext cx="116840" cy="211125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5504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70403275-384B-7712-FC4B-E6EC0BB4FA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6196" y="487020"/>
            <a:ext cx="11500842" cy="288233"/>
          </a:xfrm>
        </p:spPr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Volatility-managed portfolios increase Sharpe ratios &amp; decrease drawdowns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407654B1-2753-52EF-9CE6-F70184657BB9}"/>
              </a:ext>
            </a:extLst>
          </p:cNvPr>
          <p:cNvSpPr/>
          <p:nvPr/>
        </p:nvSpPr>
        <p:spPr>
          <a:xfrm>
            <a:off x="356196" y="1036320"/>
            <a:ext cx="11500842" cy="288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&amp; Methodology:</a:t>
            </a:r>
          </a:p>
        </p:txBody>
      </p: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001792F9-FF30-6323-AE7D-5B4C48A794E1}"/>
              </a:ext>
            </a:extLst>
          </p:cNvPr>
          <p:cNvCxnSpPr/>
          <p:nvPr/>
        </p:nvCxnSpPr>
        <p:spPr>
          <a:xfrm>
            <a:off x="334962" y="1341120"/>
            <a:ext cx="11522076" cy="0"/>
          </a:xfrm>
          <a:prstGeom prst="line">
            <a:avLst/>
          </a:prstGeom>
          <a:ln w="19050"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9">
            <a:extLst>
              <a:ext uri="{FF2B5EF4-FFF2-40B4-BE49-F238E27FC236}">
                <a16:creationId xmlns:a16="http://schemas.microsoft.com/office/drawing/2014/main" id="{F0161FAF-0064-5798-09C4-8AE1276E3CBA}"/>
              </a:ext>
            </a:extLst>
          </p:cNvPr>
          <p:cNvSpPr/>
          <p:nvPr/>
        </p:nvSpPr>
        <p:spPr>
          <a:xfrm>
            <a:off x="355739" y="3435096"/>
            <a:ext cx="5579733" cy="288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Sharpe Ratios and Maximum Drawdown</a:t>
            </a: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193D169F-3BC4-8AEB-55E9-B46B36A6ABE8}"/>
              </a:ext>
            </a:extLst>
          </p:cNvPr>
          <p:cNvCxnSpPr>
            <a:cxnSpLocks/>
          </p:cNvCxnSpPr>
          <p:nvPr/>
        </p:nvCxnSpPr>
        <p:spPr>
          <a:xfrm>
            <a:off x="334505" y="3739896"/>
            <a:ext cx="5600967" cy="0"/>
          </a:xfrm>
          <a:prstGeom prst="line">
            <a:avLst/>
          </a:prstGeom>
          <a:ln w="19050"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11">
            <a:extLst>
              <a:ext uri="{FF2B5EF4-FFF2-40B4-BE49-F238E27FC236}">
                <a16:creationId xmlns:a16="http://schemas.microsoft.com/office/drawing/2014/main" id="{D2F39D5F-565B-A6FD-16A1-A558B2EA3443}"/>
              </a:ext>
            </a:extLst>
          </p:cNvPr>
          <p:cNvSpPr/>
          <p:nvPr/>
        </p:nvSpPr>
        <p:spPr>
          <a:xfrm>
            <a:off x="6287147" y="3435096"/>
            <a:ext cx="5579733" cy="288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Insights:</a:t>
            </a:r>
          </a:p>
        </p:txBody>
      </p:sp>
      <p:cxnSp>
        <p:nvCxnSpPr>
          <p:cNvPr id="10" name="Straight Connector 12">
            <a:extLst>
              <a:ext uri="{FF2B5EF4-FFF2-40B4-BE49-F238E27FC236}">
                <a16:creationId xmlns:a16="http://schemas.microsoft.com/office/drawing/2014/main" id="{95B6C135-EEE3-7C93-2727-C68F5CCF0B56}"/>
              </a:ext>
            </a:extLst>
          </p:cNvPr>
          <p:cNvCxnSpPr>
            <a:cxnSpLocks/>
          </p:cNvCxnSpPr>
          <p:nvPr/>
        </p:nvCxnSpPr>
        <p:spPr>
          <a:xfrm>
            <a:off x="6265913" y="3739896"/>
            <a:ext cx="5600967" cy="0"/>
          </a:xfrm>
          <a:prstGeom prst="line">
            <a:avLst/>
          </a:prstGeom>
          <a:ln w="19050"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3">
            <a:extLst>
              <a:ext uri="{FF2B5EF4-FFF2-40B4-BE49-F238E27FC236}">
                <a16:creationId xmlns:a16="http://schemas.microsoft.com/office/drawing/2014/main" id="{57357FA9-B5FD-E99C-B960-7C97DEE9F23C}"/>
              </a:ext>
            </a:extLst>
          </p:cNvPr>
          <p:cNvSpPr/>
          <p:nvPr/>
        </p:nvSpPr>
        <p:spPr>
          <a:xfrm>
            <a:off x="345579" y="1469985"/>
            <a:ext cx="11511459" cy="3552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Compared to Part I, we adapt the realized variance calculation and add the value factor into our dataset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40C39389-CD64-BD1F-D9BB-BA38A66829E3}"/>
              </a:ext>
            </a:extLst>
          </p:cNvPr>
          <p:cNvSpPr/>
          <p:nvPr/>
        </p:nvSpPr>
        <p:spPr>
          <a:xfrm>
            <a:off x="342810" y="1846395"/>
            <a:ext cx="1729829" cy="410058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4"/>
              </a:gs>
            </a:gsLst>
            <a:lin ang="0" scaled="0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Data:</a:t>
            </a:r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1C0D6C2-AB55-F1D9-20E4-D74D5837EFF1}"/>
              </a:ext>
            </a:extLst>
          </p:cNvPr>
          <p:cNvSpPr/>
          <p:nvPr/>
        </p:nvSpPr>
        <p:spPr>
          <a:xfrm>
            <a:off x="342810" y="2258263"/>
            <a:ext cx="1729829" cy="96206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2075" indent="-9207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Daily returns of </a:t>
            </a:r>
          </a:p>
          <a:p>
            <a:pPr marL="271463" lvl="1" indent="-96838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U.S. stock market</a:t>
            </a:r>
          </a:p>
          <a:p>
            <a:pPr marL="271463" lvl="1" indent="-96838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Momentum </a:t>
            </a:r>
            <a:r>
              <a:rPr lang="en-GB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</a:t>
            </a:r>
          </a:p>
          <a:p>
            <a:pPr marL="92075" indent="-9207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1926 to </a:t>
            </a:r>
            <a:r>
              <a:rPr lang="en-GB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</a:t>
            </a:r>
            <a:endParaRPr lang="en-GB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EAB59922-CB80-0A01-710E-E66B37C6DFBD}"/>
              </a:ext>
            </a:extLst>
          </p:cNvPr>
          <p:cNvSpPr/>
          <p:nvPr/>
        </p:nvSpPr>
        <p:spPr>
          <a:xfrm>
            <a:off x="2532355" y="1846395"/>
            <a:ext cx="2592554" cy="410058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4"/>
              </a:gs>
            </a:gsLst>
            <a:lin ang="0" scaled="0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Estimate monthly realized variance and monthly excess returns:</a:t>
            </a:r>
          </a:p>
        </p:txBody>
      </p:sp>
      <p:sp>
        <p:nvSpPr>
          <p:cNvPr id="15" name="Rectangle 17">
            <a:extLst>
              <a:ext uri="{FF2B5EF4-FFF2-40B4-BE49-F238E27FC236}">
                <a16:creationId xmlns:a16="http://schemas.microsoft.com/office/drawing/2014/main" id="{DEDB3914-EEB4-404A-75A2-B5881B766335}"/>
              </a:ext>
            </a:extLst>
          </p:cNvPr>
          <p:cNvSpPr/>
          <p:nvPr/>
        </p:nvSpPr>
        <p:spPr>
          <a:xfrm>
            <a:off x="2532355" y="2258263"/>
            <a:ext cx="2592554" cy="96206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2075" indent="-9207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month t, using last </a:t>
            </a:r>
            <a:r>
              <a:rPr lang="en-GB"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 = 17 </a:t>
            </a:r>
            <a:r>
              <a:rPr lang="en-GB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daily returns to end of that month</a:t>
            </a: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713B8963-7C4D-869E-8FC4-9158AA31ADD8}"/>
              </a:ext>
            </a:extLst>
          </p:cNvPr>
          <p:cNvSpPr/>
          <p:nvPr/>
        </p:nvSpPr>
        <p:spPr>
          <a:xfrm>
            <a:off x="8816340" y="1846395"/>
            <a:ext cx="3030081" cy="410058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4"/>
              </a:gs>
            </a:gsLst>
            <a:lin ang="0" scaled="0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Compare metrics</a:t>
            </a:r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0499C0A8-5B1C-C6A3-8022-712C7AC2F103}"/>
              </a:ext>
            </a:extLst>
          </p:cNvPr>
          <p:cNvSpPr/>
          <p:nvPr/>
        </p:nvSpPr>
        <p:spPr>
          <a:xfrm>
            <a:off x="8816340" y="2258263"/>
            <a:ext cx="3030081" cy="96206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2075" indent="-9207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Investigate differences between original portfolios and volatility-managed portfolios</a:t>
            </a:r>
          </a:p>
          <a:p>
            <a:pPr marL="92075" indent="-9207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Metrics: SR, Max drawdown, alphas</a:t>
            </a:r>
          </a:p>
        </p:txBody>
      </p:sp>
      <p:sp>
        <p:nvSpPr>
          <p:cNvPr id="18" name="Rectangle 20">
            <a:extLst>
              <a:ext uri="{FF2B5EF4-FFF2-40B4-BE49-F238E27FC236}">
                <a16:creationId xmlns:a16="http://schemas.microsoft.com/office/drawing/2014/main" id="{A98526E5-27AE-4F23-6BEA-0A85F6B4BA44}"/>
              </a:ext>
            </a:extLst>
          </p:cNvPr>
          <p:cNvSpPr/>
          <p:nvPr/>
        </p:nvSpPr>
        <p:spPr>
          <a:xfrm>
            <a:off x="5584625" y="1846395"/>
            <a:ext cx="2772000" cy="410058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75000"/>
                </a:schemeClr>
              </a:gs>
            </a:gsLst>
            <a:lin ang="0" scaled="0"/>
          </a:gra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Construct the volatility-managed portfolio:</a:t>
            </a:r>
          </a:p>
        </p:txBody>
      </p:sp>
      <p:sp>
        <p:nvSpPr>
          <p:cNvPr id="19" name="Rectangle 21">
            <a:extLst>
              <a:ext uri="{FF2B5EF4-FFF2-40B4-BE49-F238E27FC236}">
                <a16:creationId xmlns:a16="http://schemas.microsoft.com/office/drawing/2014/main" id="{DBA0B13C-C77E-70BE-743B-4F283F7AB581}"/>
              </a:ext>
            </a:extLst>
          </p:cNvPr>
          <p:cNvSpPr/>
          <p:nvPr/>
        </p:nvSpPr>
        <p:spPr>
          <a:xfrm>
            <a:off x="5584625" y="2258263"/>
            <a:ext cx="2772000" cy="96206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2075" indent="-92075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GB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22">
                <a:extLst>
                  <a:ext uri="{FF2B5EF4-FFF2-40B4-BE49-F238E27FC236}">
                    <a16:creationId xmlns:a16="http://schemas.microsoft.com/office/drawing/2014/main" id="{CD067988-65F9-9A04-E0C1-B24B562901ED}"/>
                  </a:ext>
                </a:extLst>
              </p:cNvPr>
              <p:cNvSpPr txBox="1"/>
              <p:nvPr/>
            </p:nvSpPr>
            <p:spPr>
              <a:xfrm>
                <a:off x="5730760" y="2320158"/>
                <a:ext cx="1193532" cy="3603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sup>
                      </m:sSubSup>
                      <m:r>
                        <a:rPr lang="de-DE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sSubSup>
                            <m:sSubSupPr>
                              <m:ctrlPr>
                                <a:rPr lang="de-DE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de-DE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de-DE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de-DE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sSub>
                        <m:sSubPr>
                          <m:ctrlP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GB" sz="1200"/>
              </a:p>
            </p:txBody>
          </p:sp>
        </mc:Choice>
        <mc:Fallback xmlns="">
          <p:sp>
            <p:nvSpPr>
              <p:cNvPr id="20" name="TextBox 22">
                <a:extLst>
                  <a:ext uri="{FF2B5EF4-FFF2-40B4-BE49-F238E27FC236}">
                    <a16:creationId xmlns:a16="http://schemas.microsoft.com/office/drawing/2014/main" id="{CD067988-65F9-9A04-E0C1-B24B562901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0760" y="2320158"/>
                <a:ext cx="1193532" cy="360355"/>
              </a:xfrm>
              <a:prstGeom prst="rect">
                <a:avLst/>
              </a:prstGeom>
              <a:blipFill>
                <a:blip r:embed="rId2"/>
                <a:stretch>
                  <a:fillRect l="-4082" t="-1695" b="-186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3">
                <a:extLst>
                  <a:ext uri="{FF2B5EF4-FFF2-40B4-BE49-F238E27FC236}">
                    <a16:creationId xmlns:a16="http://schemas.microsoft.com/office/drawing/2014/main" id="{24FA2C78-CFB0-1347-732A-3A81162C26E8}"/>
                  </a:ext>
                </a:extLst>
              </p:cNvPr>
              <p:cNvSpPr txBox="1"/>
              <p:nvPr/>
            </p:nvSpPr>
            <p:spPr>
              <a:xfrm>
                <a:off x="5730760" y="2742408"/>
                <a:ext cx="2170594" cy="414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𝑤𝑖𝑡h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e-DE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𝑠𝑑</m:t>
                      </m:r>
                      <m:r>
                        <a:rPr lang="de-DE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de-DE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de-DE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)/</m:t>
                      </m:r>
                      <m:r>
                        <a:rPr lang="de-DE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𝑠𝑑</m:t>
                      </m:r>
                      <m:d>
                        <m:dPr>
                          <m:ctrlPr>
                            <a:rPr lang="de-DE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e-DE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de-DE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de-DE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e-DE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de-DE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de-DE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d>
                            </m:den>
                          </m:f>
                          <m:sSub>
                            <m:sSubPr>
                              <m:ctrlPr>
                                <a:rPr lang="de-DE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de-DE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e-DE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1200"/>
              </a:p>
            </p:txBody>
          </p:sp>
        </mc:Choice>
        <mc:Fallback xmlns="">
          <p:sp>
            <p:nvSpPr>
              <p:cNvPr id="21" name="TextBox 23">
                <a:extLst>
                  <a:ext uri="{FF2B5EF4-FFF2-40B4-BE49-F238E27FC236}">
                    <a16:creationId xmlns:a16="http://schemas.microsoft.com/office/drawing/2014/main" id="{24FA2C78-CFB0-1347-732A-3A81162C26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0760" y="2742408"/>
                <a:ext cx="2170594" cy="414985"/>
              </a:xfrm>
              <a:prstGeom prst="rect">
                <a:avLst/>
              </a:prstGeom>
              <a:blipFill>
                <a:blip r:embed="rId3"/>
                <a:stretch>
                  <a:fillRect l="-1124" b="-147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rrow: Chevron 24">
            <a:extLst>
              <a:ext uri="{FF2B5EF4-FFF2-40B4-BE49-F238E27FC236}">
                <a16:creationId xmlns:a16="http://schemas.microsoft.com/office/drawing/2014/main" id="{31230205-32A7-18EE-C00E-4DCA533AA1C1}"/>
              </a:ext>
            </a:extLst>
          </p:cNvPr>
          <p:cNvSpPr/>
          <p:nvPr/>
        </p:nvSpPr>
        <p:spPr>
          <a:xfrm>
            <a:off x="2185657" y="2322237"/>
            <a:ext cx="233680" cy="42225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Arrow: Chevron 25">
            <a:extLst>
              <a:ext uri="{FF2B5EF4-FFF2-40B4-BE49-F238E27FC236}">
                <a16:creationId xmlns:a16="http://schemas.microsoft.com/office/drawing/2014/main" id="{9FA979E6-5858-163C-FF60-CF6B06793A40}"/>
              </a:ext>
            </a:extLst>
          </p:cNvPr>
          <p:cNvSpPr/>
          <p:nvPr/>
        </p:nvSpPr>
        <p:spPr>
          <a:xfrm>
            <a:off x="5237927" y="2322237"/>
            <a:ext cx="233680" cy="42225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4" name="Arrow: Chevron 26">
            <a:extLst>
              <a:ext uri="{FF2B5EF4-FFF2-40B4-BE49-F238E27FC236}">
                <a16:creationId xmlns:a16="http://schemas.microsoft.com/office/drawing/2014/main" id="{E336A913-CE38-2F82-A529-FD31B0587B78}"/>
              </a:ext>
            </a:extLst>
          </p:cNvPr>
          <p:cNvSpPr/>
          <p:nvPr/>
        </p:nvSpPr>
        <p:spPr>
          <a:xfrm>
            <a:off x="8469643" y="2322237"/>
            <a:ext cx="233680" cy="42225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25" name="Straight Connector 27">
            <a:extLst>
              <a:ext uri="{FF2B5EF4-FFF2-40B4-BE49-F238E27FC236}">
                <a16:creationId xmlns:a16="http://schemas.microsoft.com/office/drawing/2014/main" id="{82A9AF93-7219-3E95-1E0E-9638B71DAA1B}"/>
              </a:ext>
            </a:extLst>
          </p:cNvPr>
          <p:cNvCxnSpPr>
            <a:cxnSpLocks/>
          </p:cNvCxnSpPr>
          <p:nvPr/>
        </p:nvCxnSpPr>
        <p:spPr>
          <a:xfrm>
            <a:off x="6096000" y="3973286"/>
            <a:ext cx="0" cy="2351314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8">
            <a:extLst>
              <a:ext uri="{FF2B5EF4-FFF2-40B4-BE49-F238E27FC236}">
                <a16:creationId xmlns:a16="http://schemas.microsoft.com/office/drawing/2014/main" id="{2B637EE3-B4C3-315F-AC70-7D62F34BEA87}"/>
              </a:ext>
            </a:extLst>
          </p:cNvPr>
          <p:cNvGrpSpPr/>
          <p:nvPr/>
        </p:nvGrpSpPr>
        <p:grpSpPr>
          <a:xfrm>
            <a:off x="6035312" y="5000353"/>
            <a:ext cx="120345" cy="297180"/>
            <a:chOff x="5986272" y="5021580"/>
            <a:chExt cx="120345" cy="297180"/>
          </a:xfrm>
        </p:grpSpPr>
        <p:sp>
          <p:nvSpPr>
            <p:cNvPr id="27" name="Rectangle 29">
              <a:extLst>
                <a:ext uri="{FF2B5EF4-FFF2-40B4-BE49-F238E27FC236}">
                  <a16:creationId xmlns:a16="http://schemas.microsoft.com/office/drawing/2014/main" id="{356F8EE4-313E-C6BE-984A-B57E2008C617}"/>
                </a:ext>
              </a:extLst>
            </p:cNvPr>
            <p:cNvSpPr/>
            <p:nvPr/>
          </p:nvSpPr>
          <p:spPr>
            <a:xfrm>
              <a:off x="5986272" y="5021580"/>
              <a:ext cx="115824" cy="2971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Arrow: Chevron 30">
              <a:extLst>
                <a:ext uri="{FF2B5EF4-FFF2-40B4-BE49-F238E27FC236}">
                  <a16:creationId xmlns:a16="http://schemas.microsoft.com/office/drawing/2014/main" id="{5EECA9DE-8C2F-0298-C308-D0A31102B0A4}"/>
                </a:ext>
              </a:extLst>
            </p:cNvPr>
            <p:cNvSpPr/>
            <p:nvPr/>
          </p:nvSpPr>
          <p:spPr>
            <a:xfrm>
              <a:off x="5989777" y="5067131"/>
              <a:ext cx="116840" cy="211125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pic>
        <p:nvPicPr>
          <p:cNvPr id="29" name="Picture 32">
            <a:extLst>
              <a:ext uri="{FF2B5EF4-FFF2-40B4-BE49-F238E27FC236}">
                <a16:creationId xmlns:a16="http://schemas.microsoft.com/office/drawing/2014/main" id="{9012AC71-AA9E-EBE1-BDEA-45A55E71B5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6951" y="2687029"/>
            <a:ext cx="2172003" cy="452501"/>
          </a:xfrm>
          <a:prstGeom prst="rect">
            <a:avLst/>
          </a:prstGeom>
        </p:spPr>
      </p:pic>
      <p:sp>
        <p:nvSpPr>
          <p:cNvPr id="30" name="Rectangle 33">
            <a:extLst>
              <a:ext uri="{FF2B5EF4-FFF2-40B4-BE49-F238E27FC236}">
                <a16:creationId xmlns:a16="http://schemas.microsoft.com/office/drawing/2014/main" id="{E5039AAC-81C3-A48C-4FED-9C60F5EA7E3B}"/>
              </a:ext>
            </a:extLst>
          </p:cNvPr>
          <p:cNvSpPr/>
          <p:nvPr/>
        </p:nvSpPr>
        <p:spPr>
          <a:xfrm>
            <a:off x="10387149" y="1551037"/>
            <a:ext cx="197031" cy="123919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4"/>
              </a:gs>
            </a:gsLst>
            <a:lin ang="0" scaled="0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35">
            <a:extLst>
              <a:ext uri="{FF2B5EF4-FFF2-40B4-BE49-F238E27FC236}">
                <a16:creationId xmlns:a16="http://schemas.microsoft.com/office/drawing/2014/main" id="{92D0E2B9-904D-809D-44E3-B412E6B2CB7C}"/>
              </a:ext>
            </a:extLst>
          </p:cNvPr>
          <p:cNvSpPr/>
          <p:nvPr/>
        </p:nvSpPr>
        <p:spPr>
          <a:xfrm>
            <a:off x="10584180" y="1551037"/>
            <a:ext cx="1404481" cy="1239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Adjustments to part I</a:t>
            </a:r>
          </a:p>
        </p:txBody>
      </p:sp>
      <p:graphicFrame>
        <p:nvGraphicFramePr>
          <p:cNvPr id="32" name="Table 36">
            <a:extLst>
              <a:ext uri="{FF2B5EF4-FFF2-40B4-BE49-F238E27FC236}">
                <a16:creationId xmlns:a16="http://schemas.microsoft.com/office/drawing/2014/main" id="{DBAF5625-B513-B08D-305D-54FB6C913C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113150"/>
              </p:ext>
            </p:extLst>
          </p:nvPr>
        </p:nvGraphicFramePr>
        <p:xfrm>
          <a:off x="342810" y="3939904"/>
          <a:ext cx="5582500" cy="2040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625">
                  <a:extLst>
                    <a:ext uri="{9D8B030D-6E8A-4147-A177-3AD203B41FA5}">
                      <a16:colId xmlns:a16="http://schemas.microsoft.com/office/drawing/2014/main" val="849020648"/>
                    </a:ext>
                  </a:extLst>
                </a:gridCol>
                <a:gridCol w="1395625">
                  <a:extLst>
                    <a:ext uri="{9D8B030D-6E8A-4147-A177-3AD203B41FA5}">
                      <a16:colId xmlns:a16="http://schemas.microsoft.com/office/drawing/2014/main" val="4240207761"/>
                    </a:ext>
                  </a:extLst>
                </a:gridCol>
                <a:gridCol w="1395625">
                  <a:extLst>
                    <a:ext uri="{9D8B030D-6E8A-4147-A177-3AD203B41FA5}">
                      <a16:colId xmlns:a16="http://schemas.microsoft.com/office/drawing/2014/main" val="2336566004"/>
                    </a:ext>
                  </a:extLst>
                </a:gridCol>
                <a:gridCol w="1395625">
                  <a:extLst>
                    <a:ext uri="{9D8B030D-6E8A-4147-A177-3AD203B41FA5}">
                      <a16:colId xmlns:a16="http://schemas.microsoft.com/office/drawing/2014/main" val="814097212"/>
                    </a:ext>
                  </a:extLst>
                </a:gridCol>
              </a:tblGrid>
              <a:tr h="408135">
                <a:tc>
                  <a:txBody>
                    <a:bodyPr/>
                    <a:lstStyle/>
                    <a:p>
                      <a:endParaRPr lang="en-GB" sz="12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SR (monthly)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SR (annualized)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Max. Drawdown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4970541"/>
                  </a:ext>
                </a:extLst>
              </a:tr>
              <a:tr h="408135">
                <a:tc>
                  <a:txBody>
                    <a:bodyPr/>
                    <a:lstStyle/>
                    <a:p>
                      <a:r>
                        <a:rPr lang="en-GB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Original Market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0.1022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0.3647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-84.73 %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918768"/>
                  </a:ext>
                </a:extLst>
              </a:tr>
              <a:tr h="408135">
                <a:tc>
                  <a:txBody>
                    <a:bodyPr/>
                    <a:lstStyle/>
                    <a:p>
                      <a:r>
                        <a:rPr lang="en-GB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Managed Market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0.1176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0.4219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-60.14 %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4827956"/>
                  </a:ext>
                </a:extLst>
              </a:tr>
              <a:tr h="408135">
                <a:tc>
                  <a:txBody>
                    <a:bodyPr/>
                    <a:lstStyle/>
                    <a:p>
                      <a:r>
                        <a:rPr lang="en-GB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Original Mom</a:t>
                      </a:r>
                      <a:endParaRPr lang="en-GB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0.0731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0.2567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-75.11 %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580364"/>
                  </a:ext>
                </a:extLst>
              </a:tr>
              <a:tr h="408135">
                <a:tc>
                  <a:txBody>
                    <a:bodyPr/>
                    <a:lstStyle/>
                    <a:p>
                      <a:r>
                        <a:rPr lang="en-GB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Managed Mom</a:t>
                      </a:r>
                      <a:endParaRPr lang="en-GB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0.7166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-39.94 %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431841"/>
                  </a:ext>
                </a:extLst>
              </a:tr>
            </a:tbl>
          </a:graphicData>
        </a:graphic>
      </p:graphicFrame>
      <p:sp>
        <p:nvSpPr>
          <p:cNvPr id="33" name="Rectangle 37">
            <a:extLst>
              <a:ext uri="{FF2B5EF4-FFF2-40B4-BE49-F238E27FC236}">
                <a16:creationId xmlns:a16="http://schemas.microsoft.com/office/drawing/2014/main" id="{5DB8A94D-3842-5450-AB17-A61EC57F7896}"/>
              </a:ext>
            </a:extLst>
          </p:cNvPr>
          <p:cNvSpPr/>
          <p:nvPr/>
        </p:nvSpPr>
        <p:spPr>
          <a:xfrm>
            <a:off x="6255754" y="3811069"/>
            <a:ext cx="5611902" cy="26786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 Portfolio (Success): </a:t>
            </a:r>
            <a:r>
              <a:rPr lang="en-GB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Volatility management continues to work for the market portfolio.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Risk-Adjusted Return: </a:t>
            </a:r>
            <a:r>
              <a:rPr lang="en-GB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SR increases from </a:t>
            </a:r>
            <a:r>
              <a:rPr lang="en-GB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0.3647 to 0.4219 p.a.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Downside Protection: </a:t>
            </a:r>
            <a:r>
              <a:rPr lang="en-GB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improving Max Drawdown from </a:t>
            </a:r>
            <a:r>
              <a:rPr lang="en-GB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-84.73% to </a:t>
            </a:r>
          </a:p>
          <a:p>
            <a:pPr lvl="1" defTabSz="717550">
              <a:spcBef>
                <a:spcPts val="300"/>
              </a:spcBef>
              <a:tabLst>
                <a:tab pos="717550" algn="l"/>
              </a:tabLst>
            </a:pPr>
            <a:r>
              <a:rPr lang="en-GB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-60.14%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Momentum Portfolio (Major Success): </a:t>
            </a:r>
            <a:r>
              <a:rPr lang="en-GB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D=17 strategy is extremely effective for the Momentum factor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Risk-Adjusted Return: </a:t>
            </a:r>
            <a:r>
              <a:rPr lang="en-GB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SR </a:t>
            </a:r>
            <a:r>
              <a:rPr lang="en-GB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nearly triples</a:t>
            </a:r>
            <a:r>
              <a:rPr lang="en-GB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jumping from 0.2567 to a very high 0.7166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Downside Protection: almost halving </a:t>
            </a:r>
            <a:r>
              <a:rPr lang="en-GB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Max Drawdown from -75.11% to -39.94%</a:t>
            </a:r>
          </a:p>
        </p:txBody>
      </p:sp>
      <p:sp>
        <p:nvSpPr>
          <p:cNvPr id="34" name="Text Placeholder 1">
            <a:extLst>
              <a:ext uri="{FF2B5EF4-FFF2-40B4-BE49-F238E27FC236}">
                <a16:creationId xmlns:a16="http://schemas.microsoft.com/office/drawing/2014/main" id="{F6B384A6-4B33-8BB1-8DF4-B4009D7694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6196" y="0"/>
            <a:ext cx="11500842" cy="441417"/>
          </a:xfrm>
        </p:spPr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Part II</a:t>
            </a:r>
          </a:p>
        </p:txBody>
      </p:sp>
    </p:spTree>
    <p:extLst>
      <p:ext uri="{BB962C8B-B14F-4D97-AF65-F5344CB8AC3E}">
        <p14:creationId xmlns:p14="http://schemas.microsoft.com/office/powerpoint/2010/main" val="650636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9">
            <a:extLst>
              <a:ext uri="{FF2B5EF4-FFF2-40B4-BE49-F238E27FC236}">
                <a16:creationId xmlns:a16="http://schemas.microsoft.com/office/drawing/2014/main" id="{983AA369-A619-0103-7CDE-06D430915945}"/>
              </a:ext>
            </a:extLst>
          </p:cNvPr>
          <p:cNvCxnSpPr/>
          <p:nvPr/>
        </p:nvCxnSpPr>
        <p:spPr>
          <a:xfrm>
            <a:off x="356196" y="5763331"/>
            <a:ext cx="11479608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10">
            <a:extLst>
              <a:ext uri="{FF2B5EF4-FFF2-40B4-BE49-F238E27FC236}">
                <a16:creationId xmlns:a16="http://schemas.microsoft.com/office/drawing/2014/main" id="{A35E35EA-C1C3-0A05-264E-DE6E7BDD209A}"/>
              </a:ext>
            </a:extLst>
          </p:cNvPr>
          <p:cNvGrpSpPr/>
          <p:nvPr/>
        </p:nvGrpSpPr>
        <p:grpSpPr>
          <a:xfrm rot="5400000">
            <a:off x="5928952" y="5324608"/>
            <a:ext cx="355328" cy="877447"/>
            <a:chOff x="5986272" y="5021580"/>
            <a:chExt cx="120345" cy="297180"/>
          </a:xfrm>
        </p:grpSpPr>
        <p:sp>
          <p:nvSpPr>
            <p:cNvPr id="6" name="Rectangle 11">
              <a:extLst>
                <a:ext uri="{FF2B5EF4-FFF2-40B4-BE49-F238E27FC236}">
                  <a16:creationId xmlns:a16="http://schemas.microsoft.com/office/drawing/2014/main" id="{C1497E0E-EE8E-8090-7CA4-88779FCBCAAA}"/>
                </a:ext>
              </a:extLst>
            </p:cNvPr>
            <p:cNvSpPr/>
            <p:nvPr/>
          </p:nvSpPr>
          <p:spPr>
            <a:xfrm>
              <a:off x="5986272" y="5021580"/>
              <a:ext cx="115824" cy="2971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Arrow: Chevron 12">
              <a:extLst>
                <a:ext uri="{FF2B5EF4-FFF2-40B4-BE49-F238E27FC236}">
                  <a16:creationId xmlns:a16="http://schemas.microsoft.com/office/drawing/2014/main" id="{59E2269F-EF8C-8EB9-ED03-D05EB4BBF172}"/>
                </a:ext>
              </a:extLst>
            </p:cNvPr>
            <p:cNvSpPr/>
            <p:nvPr/>
          </p:nvSpPr>
          <p:spPr>
            <a:xfrm>
              <a:off x="5989777" y="5067131"/>
              <a:ext cx="116840" cy="211125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8" name="Rectangle 13">
            <a:extLst>
              <a:ext uri="{FF2B5EF4-FFF2-40B4-BE49-F238E27FC236}">
                <a16:creationId xmlns:a16="http://schemas.microsoft.com/office/drawing/2014/main" id="{01664390-3ECF-89CC-0EBC-B540201CEFC5}"/>
              </a:ext>
            </a:extLst>
          </p:cNvPr>
          <p:cNvSpPr/>
          <p:nvPr/>
        </p:nvSpPr>
        <p:spPr>
          <a:xfrm>
            <a:off x="334963" y="5927646"/>
            <a:ext cx="11522075" cy="562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GB" sz="16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specific (D=17) volatility scaling rule </a:t>
            </a:r>
            <a:r>
              <a:rPr lang="en-GB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proved highly effective, clearly improving Sharpe ratios, reducing maximum drawdowns, and generating </a:t>
            </a:r>
            <a:r>
              <a:rPr lang="en-GB" sz="16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significant</a:t>
            </a:r>
            <a:r>
              <a:rPr lang="en-GB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positive</a:t>
            </a:r>
            <a:r>
              <a:rPr lang="en-GB" sz="16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alpha </a:t>
            </a:r>
            <a:r>
              <a:rPr lang="en-GB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both </a:t>
            </a:r>
            <a:r>
              <a:rPr lang="en-GB" sz="16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market </a:t>
            </a:r>
            <a:r>
              <a:rPr lang="en-GB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GB" sz="16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GB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momentum</a:t>
            </a:r>
            <a:r>
              <a:rPr lang="en-GB" sz="16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factor</a:t>
            </a:r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F1E700E7-B787-6717-ED5B-7AD19D8D2EEA}"/>
              </a:ext>
            </a:extLst>
          </p:cNvPr>
          <p:cNvSpPr/>
          <p:nvPr/>
        </p:nvSpPr>
        <p:spPr>
          <a:xfrm>
            <a:off x="355739" y="1094669"/>
            <a:ext cx="5579733" cy="288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Alpha relative to the market and to original portfolio respectively:</a:t>
            </a:r>
          </a:p>
        </p:txBody>
      </p:sp>
      <p:cxnSp>
        <p:nvCxnSpPr>
          <p:cNvPr id="10" name="Straight Connector 15">
            <a:extLst>
              <a:ext uri="{FF2B5EF4-FFF2-40B4-BE49-F238E27FC236}">
                <a16:creationId xmlns:a16="http://schemas.microsoft.com/office/drawing/2014/main" id="{376BE392-8E11-924B-F877-3641E6640492}"/>
              </a:ext>
            </a:extLst>
          </p:cNvPr>
          <p:cNvCxnSpPr>
            <a:cxnSpLocks/>
          </p:cNvCxnSpPr>
          <p:nvPr/>
        </p:nvCxnSpPr>
        <p:spPr>
          <a:xfrm>
            <a:off x="334505" y="1399469"/>
            <a:ext cx="5600967" cy="0"/>
          </a:xfrm>
          <a:prstGeom prst="line">
            <a:avLst/>
          </a:prstGeom>
          <a:ln w="19050"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6">
            <a:extLst>
              <a:ext uri="{FF2B5EF4-FFF2-40B4-BE49-F238E27FC236}">
                <a16:creationId xmlns:a16="http://schemas.microsoft.com/office/drawing/2014/main" id="{5A82DBF6-1593-0241-892D-8127810D0EBA}"/>
              </a:ext>
            </a:extLst>
          </p:cNvPr>
          <p:cNvSpPr/>
          <p:nvPr/>
        </p:nvSpPr>
        <p:spPr>
          <a:xfrm>
            <a:off x="6287147" y="1094669"/>
            <a:ext cx="5579733" cy="288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Insights:</a:t>
            </a:r>
          </a:p>
        </p:txBody>
      </p:sp>
      <p:cxnSp>
        <p:nvCxnSpPr>
          <p:cNvPr id="12" name="Straight Connector 17">
            <a:extLst>
              <a:ext uri="{FF2B5EF4-FFF2-40B4-BE49-F238E27FC236}">
                <a16:creationId xmlns:a16="http://schemas.microsoft.com/office/drawing/2014/main" id="{81440E0E-21FF-E7CB-CE58-CF1B893559D2}"/>
              </a:ext>
            </a:extLst>
          </p:cNvPr>
          <p:cNvCxnSpPr>
            <a:cxnSpLocks/>
          </p:cNvCxnSpPr>
          <p:nvPr/>
        </p:nvCxnSpPr>
        <p:spPr>
          <a:xfrm>
            <a:off x="6265913" y="1399469"/>
            <a:ext cx="5600967" cy="0"/>
          </a:xfrm>
          <a:prstGeom prst="line">
            <a:avLst/>
          </a:prstGeom>
          <a:ln w="19050"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8">
            <a:extLst>
              <a:ext uri="{FF2B5EF4-FFF2-40B4-BE49-F238E27FC236}">
                <a16:creationId xmlns:a16="http://schemas.microsoft.com/office/drawing/2014/main" id="{2DC54FBF-D119-CBF3-5053-0871812A5AA3}"/>
              </a:ext>
            </a:extLst>
          </p:cNvPr>
          <p:cNvCxnSpPr>
            <a:cxnSpLocks/>
          </p:cNvCxnSpPr>
          <p:nvPr/>
        </p:nvCxnSpPr>
        <p:spPr>
          <a:xfrm>
            <a:off x="6096000" y="1632859"/>
            <a:ext cx="0" cy="3689696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9">
            <a:extLst>
              <a:ext uri="{FF2B5EF4-FFF2-40B4-BE49-F238E27FC236}">
                <a16:creationId xmlns:a16="http://schemas.microsoft.com/office/drawing/2014/main" id="{1D20E514-6D38-1A2A-0584-C78EF8F8FB86}"/>
              </a:ext>
            </a:extLst>
          </p:cNvPr>
          <p:cNvGrpSpPr/>
          <p:nvPr/>
        </p:nvGrpSpPr>
        <p:grpSpPr>
          <a:xfrm>
            <a:off x="6035312" y="3329117"/>
            <a:ext cx="120345" cy="297180"/>
            <a:chOff x="5986272" y="5021580"/>
            <a:chExt cx="120345" cy="297180"/>
          </a:xfrm>
        </p:grpSpPr>
        <p:sp>
          <p:nvSpPr>
            <p:cNvPr id="15" name="Rectangle 20">
              <a:extLst>
                <a:ext uri="{FF2B5EF4-FFF2-40B4-BE49-F238E27FC236}">
                  <a16:creationId xmlns:a16="http://schemas.microsoft.com/office/drawing/2014/main" id="{E08E1D2D-239A-05A3-8F63-90C7A25A1E19}"/>
                </a:ext>
              </a:extLst>
            </p:cNvPr>
            <p:cNvSpPr/>
            <p:nvPr/>
          </p:nvSpPr>
          <p:spPr>
            <a:xfrm>
              <a:off x="5986272" y="5021580"/>
              <a:ext cx="115824" cy="2971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Arrow: Chevron 21">
              <a:extLst>
                <a:ext uri="{FF2B5EF4-FFF2-40B4-BE49-F238E27FC236}">
                  <a16:creationId xmlns:a16="http://schemas.microsoft.com/office/drawing/2014/main" id="{B6F725E8-94AA-246C-FBCA-45A2C3998ED1}"/>
                </a:ext>
              </a:extLst>
            </p:cNvPr>
            <p:cNvSpPr/>
            <p:nvPr/>
          </p:nvSpPr>
          <p:spPr>
            <a:xfrm>
              <a:off x="5989777" y="5067131"/>
              <a:ext cx="116840" cy="211125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17" name="Table 22">
            <a:extLst>
              <a:ext uri="{FF2B5EF4-FFF2-40B4-BE49-F238E27FC236}">
                <a16:creationId xmlns:a16="http://schemas.microsoft.com/office/drawing/2014/main" id="{217CC8A8-8A04-8273-B698-0DDD46C8A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309210"/>
              </p:ext>
            </p:extLst>
          </p:nvPr>
        </p:nvGraphicFramePr>
        <p:xfrm>
          <a:off x="342810" y="1880223"/>
          <a:ext cx="5582500" cy="1699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625">
                  <a:extLst>
                    <a:ext uri="{9D8B030D-6E8A-4147-A177-3AD203B41FA5}">
                      <a16:colId xmlns:a16="http://schemas.microsoft.com/office/drawing/2014/main" val="849020648"/>
                    </a:ext>
                  </a:extLst>
                </a:gridCol>
                <a:gridCol w="1395625">
                  <a:extLst>
                    <a:ext uri="{9D8B030D-6E8A-4147-A177-3AD203B41FA5}">
                      <a16:colId xmlns:a16="http://schemas.microsoft.com/office/drawing/2014/main" val="4240207761"/>
                    </a:ext>
                  </a:extLst>
                </a:gridCol>
                <a:gridCol w="1395625">
                  <a:extLst>
                    <a:ext uri="{9D8B030D-6E8A-4147-A177-3AD203B41FA5}">
                      <a16:colId xmlns:a16="http://schemas.microsoft.com/office/drawing/2014/main" val="2336566004"/>
                    </a:ext>
                  </a:extLst>
                </a:gridCol>
                <a:gridCol w="1395625">
                  <a:extLst>
                    <a:ext uri="{9D8B030D-6E8A-4147-A177-3AD203B41FA5}">
                      <a16:colId xmlns:a16="http://schemas.microsoft.com/office/drawing/2014/main" val="814097212"/>
                    </a:ext>
                  </a:extLst>
                </a:gridCol>
              </a:tblGrid>
              <a:tr h="339877">
                <a:tc>
                  <a:txBody>
                    <a:bodyPr/>
                    <a:lstStyle/>
                    <a:p>
                      <a:r>
                        <a:rPr lang="en-GB" sz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 market</a:t>
                      </a:r>
                    </a:p>
                  </a:txBody>
                  <a:tcPr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/>
                        </a:gs>
                        <a:gs pos="100000">
                          <a:schemeClr val="accent4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Alpha (%)</a:t>
                      </a:r>
                      <a:endParaRPr lang="en-GB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 value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p-value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4970541"/>
                  </a:ext>
                </a:extLst>
              </a:tr>
              <a:tr h="339877">
                <a:tc>
                  <a:txBody>
                    <a:bodyPr/>
                    <a:lstStyle/>
                    <a:p>
                      <a:r>
                        <a:rPr lang="en-GB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Original Market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918768"/>
                  </a:ext>
                </a:extLst>
              </a:tr>
              <a:tr h="33987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2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Managed Market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4.24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2.64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 </a:t>
                      </a:r>
                      <a:r>
                        <a:rPr lang="en-GB" sz="12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**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4827956"/>
                  </a:ext>
                </a:extLst>
              </a:tr>
              <a:tr h="339877">
                <a:tc>
                  <a:txBody>
                    <a:bodyPr/>
                    <a:lstStyle/>
                    <a:p>
                      <a:r>
                        <a:rPr lang="en-GB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Original Mom</a:t>
                      </a:r>
                      <a:endParaRPr lang="en-GB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5.95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 ***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580364"/>
                  </a:ext>
                </a:extLst>
              </a:tr>
              <a:tr h="339877">
                <a:tc>
                  <a:txBody>
                    <a:bodyPr/>
                    <a:lstStyle/>
                    <a:p>
                      <a:r>
                        <a:rPr lang="en-GB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Managed Mom</a:t>
                      </a:r>
                      <a:endParaRPr lang="en-GB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9.35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7.57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 ***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431841"/>
                  </a:ext>
                </a:extLst>
              </a:tr>
            </a:tbl>
          </a:graphicData>
        </a:graphic>
      </p:graphicFrame>
      <p:sp>
        <p:nvSpPr>
          <p:cNvPr id="18" name="Rectangle 23">
            <a:extLst>
              <a:ext uri="{FF2B5EF4-FFF2-40B4-BE49-F238E27FC236}">
                <a16:creationId xmlns:a16="http://schemas.microsoft.com/office/drawing/2014/main" id="{4830B9C0-79FA-29C5-BC1C-FDBDF9ACC542}"/>
              </a:ext>
            </a:extLst>
          </p:cNvPr>
          <p:cNvSpPr/>
          <p:nvPr/>
        </p:nvSpPr>
        <p:spPr>
          <a:xfrm>
            <a:off x="6255754" y="1470642"/>
            <a:ext cx="5611902" cy="38519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Managed Market (Success): </a:t>
            </a:r>
            <a:r>
              <a:rPr lang="en-GB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D=17 strategy works for the market.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managed portfolio generates a </a:t>
            </a:r>
            <a:r>
              <a:rPr lang="en-GB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statistically significant alpha of 4.24% (p = 0.01)</a:t>
            </a:r>
            <a:r>
              <a:rPr lang="en-GB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relative to the original, unmanaged market. This confirms the strategy itself is adding value.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Managed Momentum (Success):</a:t>
            </a:r>
            <a:r>
              <a:rPr lang="en-GB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strategy is also highly successful for the momentum factor.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bottom table shows the key result: the "Managed Momentum" portfolio generates a massive, </a:t>
            </a:r>
            <a:r>
              <a:rPr lang="en-GB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statistically significant alpha of 7.40% (p &lt; 0.001) </a:t>
            </a:r>
            <a:r>
              <a:rPr lang="en-GB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relative to the "Original Momentum" portfolio.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GB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proves </a:t>
            </a:r>
            <a:r>
              <a:rPr lang="en-GB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GB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management process itself adds substantial, statistically significant value on top of the existing momentum strategy.</a:t>
            </a:r>
          </a:p>
        </p:txBody>
      </p:sp>
      <p:graphicFrame>
        <p:nvGraphicFramePr>
          <p:cNvPr id="19" name="Table 24">
            <a:extLst>
              <a:ext uri="{FF2B5EF4-FFF2-40B4-BE49-F238E27FC236}">
                <a16:creationId xmlns:a16="http://schemas.microsoft.com/office/drawing/2014/main" id="{74CBF795-EECB-12AE-928F-84093F99B9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06596"/>
              </p:ext>
            </p:extLst>
          </p:nvPr>
        </p:nvGraphicFramePr>
        <p:xfrm>
          <a:off x="334505" y="3754726"/>
          <a:ext cx="5582500" cy="1699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625">
                  <a:extLst>
                    <a:ext uri="{9D8B030D-6E8A-4147-A177-3AD203B41FA5}">
                      <a16:colId xmlns:a16="http://schemas.microsoft.com/office/drawing/2014/main" val="849020648"/>
                    </a:ext>
                  </a:extLst>
                </a:gridCol>
                <a:gridCol w="1395625">
                  <a:extLst>
                    <a:ext uri="{9D8B030D-6E8A-4147-A177-3AD203B41FA5}">
                      <a16:colId xmlns:a16="http://schemas.microsoft.com/office/drawing/2014/main" val="4240207761"/>
                    </a:ext>
                  </a:extLst>
                </a:gridCol>
                <a:gridCol w="1395625">
                  <a:extLst>
                    <a:ext uri="{9D8B030D-6E8A-4147-A177-3AD203B41FA5}">
                      <a16:colId xmlns:a16="http://schemas.microsoft.com/office/drawing/2014/main" val="2336566004"/>
                    </a:ext>
                  </a:extLst>
                </a:gridCol>
                <a:gridCol w="1395625">
                  <a:extLst>
                    <a:ext uri="{9D8B030D-6E8A-4147-A177-3AD203B41FA5}">
                      <a16:colId xmlns:a16="http://schemas.microsoft.com/office/drawing/2014/main" val="814097212"/>
                    </a:ext>
                  </a:extLst>
                </a:gridCol>
              </a:tblGrid>
              <a:tr h="339877">
                <a:tc>
                  <a:txBody>
                    <a:bodyPr/>
                    <a:lstStyle/>
                    <a:p>
                      <a:r>
                        <a:rPr lang="en-GB" sz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 orig. portfolio</a:t>
                      </a:r>
                    </a:p>
                  </a:txBody>
                  <a:tcPr marR="3600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/>
                        </a:gs>
                        <a:gs pos="100000">
                          <a:schemeClr val="accent4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Alpha (%)</a:t>
                      </a:r>
                      <a:endParaRPr lang="en-GB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 value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p-value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4970541"/>
                  </a:ext>
                </a:extLst>
              </a:tr>
              <a:tr h="339877">
                <a:tc>
                  <a:txBody>
                    <a:bodyPr/>
                    <a:lstStyle/>
                    <a:p>
                      <a:r>
                        <a:rPr lang="en-GB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Original Market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n/a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918768"/>
                  </a:ext>
                </a:extLst>
              </a:tr>
              <a:tr h="339877">
                <a:tc>
                  <a:txBody>
                    <a:bodyPr/>
                    <a:lstStyle/>
                    <a:p>
                      <a:r>
                        <a:rPr lang="en-GB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Managed Market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4.24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 </a:t>
                      </a:r>
                      <a:r>
                        <a:rPr lang="en-GB" sz="12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**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4827956"/>
                  </a:ext>
                </a:extLst>
              </a:tr>
              <a:tr h="339877"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Original Mom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n/a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580364"/>
                  </a:ext>
                </a:extLst>
              </a:tr>
              <a:tr h="339877"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Managed Mom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7.4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6.65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 ***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431841"/>
                  </a:ext>
                </a:extLst>
              </a:tr>
            </a:tbl>
          </a:graphicData>
        </a:graphic>
      </p:graphicFrame>
      <p:sp>
        <p:nvSpPr>
          <p:cNvPr id="20" name="Rectangle 27">
            <a:extLst>
              <a:ext uri="{FF2B5EF4-FFF2-40B4-BE49-F238E27FC236}">
                <a16:creationId xmlns:a16="http://schemas.microsoft.com/office/drawing/2014/main" id="{8C0FE5D4-CA90-D471-4EA8-2AC571FDD99F}"/>
              </a:ext>
            </a:extLst>
          </p:cNvPr>
          <p:cNvSpPr/>
          <p:nvPr/>
        </p:nvSpPr>
        <p:spPr>
          <a:xfrm>
            <a:off x="324345" y="1546605"/>
            <a:ext cx="5771655" cy="876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Standard errors and p-values are adjusted using Newey-West (lag = 6)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AF2DA4CF-4545-537E-A813-375EB75766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6196" y="487020"/>
            <a:ext cx="11500842" cy="288233"/>
          </a:xfrm>
        </p:spPr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Volatility-managed portfolios generate significant alpha for both market and momentum</a:t>
            </a:r>
          </a:p>
        </p:txBody>
      </p: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6EA1BAFA-10B1-68EA-C32D-E1F82D4AA7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6196" y="0"/>
            <a:ext cx="11500842" cy="441417"/>
          </a:xfrm>
        </p:spPr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Part II</a:t>
            </a:r>
          </a:p>
        </p:txBody>
      </p:sp>
    </p:spTree>
    <p:extLst>
      <p:ext uri="{BB962C8B-B14F-4D97-AF65-F5344CB8AC3E}">
        <p14:creationId xmlns:p14="http://schemas.microsoft.com/office/powerpoint/2010/main" val="28299716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2. egyéni séma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BCB9ECB3B0DFE42A61CA68338208089" ma:contentTypeVersion="10" ma:contentTypeDescription="Ein neues Dokument erstellen." ma:contentTypeScope="" ma:versionID="6684043af62e9c690aec52779016e6de">
  <xsd:schema xmlns:xsd="http://www.w3.org/2001/XMLSchema" xmlns:xs="http://www.w3.org/2001/XMLSchema" xmlns:p="http://schemas.microsoft.com/office/2006/metadata/properties" xmlns:ns2="938da60d-4642-413d-85aa-e98b25a009ac" xmlns:ns3="9baeeacb-e513-4050-b326-d2145e9eb1ca" targetNamespace="http://schemas.microsoft.com/office/2006/metadata/properties" ma:root="true" ma:fieldsID="3e28d41f818f397592015e008f6f538b" ns2:_="" ns3:_="">
    <xsd:import namespace="938da60d-4642-413d-85aa-e98b25a009ac"/>
    <xsd:import namespace="9baeeacb-e513-4050-b326-d2145e9eb1c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8da60d-4642-413d-85aa-e98b25a009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1a14e36f-e084-4b04-bba6-548b1473dca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aeeacb-e513-4050-b326-d2145e9eb1c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3c30d9f-c3ab-4ea0-bff8-01dc0d413b98}" ma:internalName="TaxCatchAll" ma:showField="CatchAllData" ma:web="9baeeacb-e513-4050-b326-d2145e9eb1c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baeeacb-e513-4050-b326-d2145e9eb1ca" xsi:nil="true"/>
    <lcf76f155ced4ddcb4097134ff3c332f xmlns="938da60d-4642-413d-85aa-e98b25a009ac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D93631C-20B3-433C-A3BA-BF4619259C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38da60d-4642-413d-85aa-e98b25a009ac"/>
    <ds:schemaRef ds:uri="9baeeacb-e513-4050-b326-d2145e9eb1c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25FAD2-FCA8-43C9-9525-8FDB3DE28387}">
  <ds:schemaRefs>
    <ds:schemaRef ds:uri="http://schemas.microsoft.com/office/2006/documentManagement/types"/>
    <ds:schemaRef ds:uri="http://schemas.microsoft.com/office/2006/metadata/properties"/>
    <ds:schemaRef ds:uri="9baeeacb-e513-4050-b326-d2145e9eb1ca"/>
    <ds:schemaRef ds:uri="http://schemas.microsoft.com/office/infopath/2007/PartnerControls"/>
    <ds:schemaRef ds:uri="938da60d-4642-413d-85aa-e98b25a009ac"/>
    <ds:schemaRef ds:uri="http://purl.org/dc/elements/1.1/"/>
    <ds:schemaRef ds:uri="http://www.w3.org/XML/1998/namespace"/>
    <ds:schemaRef ds:uri="http://purl.org/dc/dcmitype/"/>
    <ds:schemaRef ds:uri="http://schemas.openxmlformats.org/package/2006/metadata/core-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82C16AB-7DFB-44A9-A607-7CDD9BADD8A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1111</Words>
  <Application>Microsoft Office PowerPoint</Application>
  <PresentationFormat>Breitbild</PresentationFormat>
  <Paragraphs>161</Paragraphs>
  <Slides>6</Slides>
  <Notes>1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2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Century Gothic</vt:lpstr>
      <vt:lpstr>Google Sans Text</vt:lpstr>
      <vt:lpstr>Office Theme</vt:lpstr>
      <vt:lpstr>Office-téma</vt:lpstr>
      <vt:lpstr>think-cell Slide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Kindermann, Filip</dc:creator>
  <cp:lastModifiedBy>Tristan Leiter</cp:lastModifiedBy>
  <cp:revision>1</cp:revision>
  <dcterms:created xsi:type="dcterms:W3CDTF">2025-05-20T10:26:35Z</dcterms:created>
  <dcterms:modified xsi:type="dcterms:W3CDTF">2025-11-16T18:06:48Z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0x0101005BCB9ECB3B0DFE42A61CA68338208089</vt:lpwstr>
  </property>
  <property fmtid="{D5CDD505-2E9C-101B-9397-08002B2CF9AE}" pid="3" name="MediaServiceImageTags">
    <vt:lpwstr/>
  </property>
</Properties>
</file>